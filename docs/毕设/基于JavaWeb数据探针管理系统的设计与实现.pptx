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7772400" cy="10058400"/>
  <p:embeddedFontLst>
    <p:embeddedFont>
      <p:font typeface="Noto Sans SC" panose="020B0200000000000000" pitchFamily="34" charset="-122"/>
      <p:regular r:id="rId17"/>
      <p:bold r:id="rId1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5C0BBD-C854-4815-96A0-3B92D106805B}" v="2" dt="2025-11-25T08:07:59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62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perLi ovo" userId="51b3d760cb6d94ab" providerId="LiveId" clId="{80170813-B5CD-4F03-BCC3-EA5203556679}"/>
    <pc:docChg chg="undo redo custSel modSld">
      <pc:chgData name="SuperLi ovo" userId="51b3d760cb6d94ab" providerId="LiveId" clId="{80170813-B5CD-4F03-BCC3-EA5203556679}" dt="2025-11-25T08:07:59.054" v="77" actId="20578"/>
      <pc:docMkLst>
        <pc:docMk/>
      </pc:docMkLst>
      <pc:sldChg chg="delSp modSp mod">
        <pc:chgData name="SuperLi ovo" userId="51b3d760cb6d94ab" providerId="LiveId" clId="{80170813-B5CD-4F03-BCC3-EA5203556679}" dt="2025-11-25T08:07:59.054" v="77" actId="20578"/>
        <pc:sldMkLst>
          <pc:docMk/>
          <pc:sldMk cId="0" sldId="256"/>
        </pc:sldMkLst>
        <pc:spChg chg="mod">
          <ac:chgData name="SuperLi ovo" userId="51b3d760cb6d94ab" providerId="LiveId" clId="{80170813-B5CD-4F03-BCC3-EA5203556679}" dt="2025-11-25T08:07:59.054" v="77" actId="20578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SuperLi ovo" userId="51b3d760cb6d94ab" providerId="LiveId" clId="{80170813-B5CD-4F03-BCC3-EA5203556679}" dt="2025-11-25T03:41:53.898" v="14"/>
          <ac:spMkLst>
            <pc:docMk/>
            <pc:sldMk cId="0" sldId="256"/>
            <ac:spMk id="9" creationId="{00000000-0000-0000-0000-000000000000}"/>
          </ac:spMkLst>
        </pc:spChg>
        <pc:spChg chg="del">
          <ac:chgData name="SuperLi ovo" userId="51b3d760cb6d94ab" providerId="LiveId" clId="{80170813-B5CD-4F03-BCC3-EA5203556679}" dt="2025-11-25T03:42:01.600" v="17" actId="47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SuperLi ovo" userId="51b3d760cb6d94ab" providerId="LiveId" clId="{80170813-B5CD-4F03-BCC3-EA5203556679}" dt="2025-11-25T07:56:35.506" v="73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SuperLi ovo" userId="51b3d760cb6d94ab" providerId="LiveId" clId="{80170813-B5CD-4F03-BCC3-EA5203556679}" dt="2025-11-25T07:56:31.682" v="72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SuperLi ovo" userId="51b3d760cb6d94ab" providerId="LiveId" clId="{80170813-B5CD-4F03-BCC3-EA5203556679}" dt="2025-11-25T07:49:23.168" v="71" actId="20577"/>
          <ac:spMkLst>
            <pc:docMk/>
            <pc:sldMk cId="0" sldId="256"/>
            <ac:spMk id="15" creationId="{00000000-0000-0000-0000-000000000000}"/>
          </ac:spMkLst>
        </pc:spChg>
        <pc:spChg chg="del">
          <ac:chgData name="SuperLi ovo" userId="51b3d760cb6d94ab" providerId="LiveId" clId="{80170813-B5CD-4F03-BCC3-EA5203556679}" dt="2025-11-25T03:42:21.341" v="36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SuperLi ovo" userId="51b3d760cb6d94ab" providerId="LiveId" clId="{80170813-B5CD-4F03-BCC3-EA5203556679}" dt="2025-11-25T03:42:19.952" v="35" actId="478"/>
          <ac:spMkLst>
            <pc:docMk/>
            <pc:sldMk cId="0" sldId="256"/>
            <ac:spMk id="17" creationId="{00000000-0000-0000-0000-000000000000}"/>
          </ac:spMkLst>
        </pc:spChg>
        <pc:spChg chg="del mod">
          <ac:chgData name="SuperLi ovo" userId="51b3d760cb6d94ab" providerId="LiveId" clId="{80170813-B5CD-4F03-BCC3-EA5203556679}" dt="2025-11-25T03:42:34.922" v="40" actId="478"/>
          <ac:spMkLst>
            <pc:docMk/>
            <pc:sldMk cId="0" sldId="256"/>
            <ac:spMk id="18" creationId="{00000000-0000-0000-0000-000000000000}"/>
          </ac:spMkLst>
        </pc:spChg>
        <pc:spChg chg="del mod">
          <ac:chgData name="SuperLi ovo" userId="51b3d760cb6d94ab" providerId="LiveId" clId="{80170813-B5CD-4F03-BCC3-EA5203556679}" dt="2025-11-25T03:42:40.356" v="42" actId="478"/>
          <ac:spMkLst>
            <pc:docMk/>
            <pc:sldMk cId="0" sldId="256"/>
            <ac:spMk id="19" creationId="{00000000-0000-0000-0000-000000000000}"/>
          </ac:spMkLst>
        </pc:spChg>
        <pc:spChg chg="del">
          <ac:chgData name="SuperLi ovo" userId="51b3d760cb6d94ab" providerId="LiveId" clId="{80170813-B5CD-4F03-BCC3-EA5203556679}" dt="2025-11-25T03:42:42.468" v="43" actId="478"/>
          <ac:spMkLst>
            <pc:docMk/>
            <pc:sldMk cId="0" sldId="256"/>
            <ac:spMk id="20" creationId="{00000000-0000-0000-0000-000000000000}"/>
          </ac:spMkLst>
        </pc:spChg>
        <pc:spChg chg="del">
          <ac:chgData name="SuperLi ovo" userId="51b3d760cb6d94ab" providerId="LiveId" clId="{80170813-B5CD-4F03-BCC3-EA5203556679}" dt="2025-11-25T03:42:43.751" v="44" actId="478"/>
          <ac:spMkLst>
            <pc:docMk/>
            <pc:sldMk cId="0" sldId="256"/>
            <ac:spMk id="21" creationId="{00000000-0000-0000-0000-000000000000}"/>
          </ac:spMkLst>
        </pc:spChg>
        <pc:spChg chg="del">
          <ac:chgData name="SuperLi ovo" userId="51b3d760cb6d94ab" providerId="LiveId" clId="{80170813-B5CD-4F03-BCC3-EA5203556679}" dt="2025-11-25T03:42:45.094" v="45" actId="478"/>
          <ac:spMkLst>
            <pc:docMk/>
            <pc:sldMk cId="0" sldId="256"/>
            <ac:spMk id="22" creationId="{00000000-0000-0000-0000-000000000000}"/>
          </ac:spMkLst>
        </pc:spChg>
        <pc:spChg chg="del">
          <ac:chgData name="SuperLi ovo" userId="51b3d760cb6d94ab" providerId="LiveId" clId="{80170813-B5CD-4F03-BCC3-EA5203556679}" dt="2025-11-25T03:42:47.429" v="47" actId="478"/>
          <ac:spMkLst>
            <pc:docMk/>
            <pc:sldMk cId="0" sldId="256"/>
            <ac:spMk id="23" creationId="{00000000-0000-0000-0000-000000000000}"/>
          </ac:spMkLst>
        </pc:spChg>
        <pc:spChg chg="del">
          <ac:chgData name="SuperLi ovo" userId="51b3d760cb6d94ab" providerId="LiveId" clId="{80170813-B5CD-4F03-BCC3-EA5203556679}" dt="2025-11-25T03:42:46.389" v="46" actId="478"/>
          <ac:spMkLst>
            <pc:docMk/>
            <pc:sldMk cId="0" sldId="256"/>
            <ac:spMk id="24" creationId="{00000000-0000-0000-0000-000000000000}"/>
          </ac:spMkLst>
        </pc:spChg>
      </pc:sldChg>
      <pc:sldChg chg="delSp modSp mod">
        <pc:chgData name="SuperLi ovo" userId="51b3d760cb6d94ab" providerId="LiveId" clId="{80170813-B5CD-4F03-BCC3-EA5203556679}" dt="2025-11-25T03:43:21.506" v="52" actId="478"/>
        <pc:sldMkLst>
          <pc:docMk/>
          <pc:sldMk cId="0" sldId="257"/>
        </pc:sldMkLst>
        <pc:spChg chg="mod">
          <ac:chgData name="SuperLi ovo" userId="51b3d760cb6d94ab" providerId="LiveId" clId="{80170813-B5CD-4F03-BCC3-EA5203556679}" dt="2025-11-25T03:42:56.561" v="50" actId="1076"/>
          <ac:spMkLst>
            <pc:docMk/>
            <pc:sldMk cId="0" sldId="257"/>
            <ac:spMk id="29" creationId="{00000000-0000-0000-0000-000000000000}"/>
          </ac:spMkLst>
        </pc:spChg>
        <pc:spChg chg="del">
          <ac:chgData name="SuperLi ovo" userId="51b3d760cb6d94ab" providerId="LiveId" clId="{80170813-B5CD-4F03-BCC3-EA5203556679}" dt="2025-11-25T03:43:10.700" v="51" actId="478"/>
          <ac:spMkLst>
            <pc:docMk/>
            <pc:sldMk cId="0" sldId="257"/>
            <ac:spMk id="42" creationId="{00000000-0000-0000-0000-000000000000}"/>
          </ac:spMkLst>
        </pc:spChg>
        <pc:spChg chg="del">
          <ac:chgData name="SuperLi ovo" userId="51b3d760cb6d94ab" providerId="LiveId" clId="{80170813-B5CD-4F03-BCC3-EA5203556679}" dt="2025-11-25T03:43:21.506" v="52" actId="478"/>
          <ac:spMkLst>
            <pc:docMk/>
            <pc:sldMk cId="0" sldId="257"/>
            <ac:spMk id="45" creationId="{00000000-0000-0000-0000-000000000000}"/>
          </ac:spMkLst>
        </pc:spChg>
        <pc:picChg chg="mod">
          <ac:chgData name="SuperLi ovo" userId="51b3d760cb6d94ab" providerId="LiveId" clId="{80170813-B5CD-4F03-BCC3-EA5203556679}" dt="2025-11-25T03:42:53.855" v="49" actId="1076"/>
          <ac:picMkLst>
            <pc:docMk/>
            <pc:sldMk cId="0" sldId="257"/>
            <ac:picMk id="26" creationId="{00000000-0000-0000-0000-000000000000}"/>
          </ac:picMkLst>
        </pc:picChg>
      </pc:sldChg>
      <pc:sldChg chg="delSp modSp mod">
        <pc:chgData name="SuperLi ovo" userId="51b3d760cb6d94ab" providerId="LiveId" clId="{80170813-B5CD-4F03-BCC3-EA5203556679}" dt="2025-11-25T03:44:17.173" v="66" actId="478"/>
        <pc:sldMkLst>
          <pc:docMk/>
          <pc:sldMk cId="0" sldId="269"/>
        </pc:sldMkLst>
        <pc:spChg chg="del mod">
          <ac:chgData name="SuperLi ovo" userId="51b3d760cb6d94ab" providerId="LiveId" clId="{80170813-B5CD-4F03-BCC3-EA5203556679}" dt="2025-11-25T03:44:17.173" v="66" actId="478"/>
          <ac:spMkLst>
            <pc:docMk/>
            <pc:sldMk cId="0" sldId="269"/>
            <ac:spMk id="363" creationId="{00000000-0000-0000-0000-000000000000}"/>
          </ac:spMkLst>
        </pc:spChg>
        <pc:spChg chg="del">
          <ac:chgData name="SuperLi ovo" userId="51b3d760cb6d94ab" providerId="LiveId" clId="{80170813-B5CD-4F03-BCC3-EA5203556679}" dt="2025-11-25T03:44:12.569" v="64" actId="478"/>
          <ac:spMkLst>
            <pc:docMk/>
            <pc:sldMk cId="0" sldId="269"/>
            <ac:spMk id="364" creationId="{00000000-0000-0000-0000-000000000000}"/>
          </ac:spMkLst>
        </pc:spChg>
      </pc:sldChg>
      <pc:sldChg chg="delSp modSp mod">
        <pc:chgData name="SuperLi ovo" userId="51b3d760cb6d94ab" providerId="LiveId" clId="{80170813-B5CD-4F03-BCC3-EA5203556679}" dt="2025-11-25T03:44:08.304" v="63" actId="478"/>
        <pc:sldMkLst>
          <pc:docMk/>
          <pc:sldMk cId="0" sldId="270"/>
        </pc:sldMkLst>
        <pc:spChg chg="mod">
          <ac:chgData name="SuperLi ovo" userId="51b3d760cb6d94ab" providerId="LiveId" clId="{80170813-B5CD-4F03-BCC3-EA5203556679}" dt="2025-11-25T03:44:03.435" v="62" actId="20577"/>
          <ac:spMkLst>
            <pc:docMk/>
            <pc:sldMk cId="0" sldId="270"/>
            <ac:spMk id="370" creationId="{00000000-0000-0000-0000-000000000000}"/>
          </ac:spMkLst>
        </pc:spChg>
        <pc:spChg chg="del">
          <ac:chgData name="SuperLi ovo" userId="51b3d760cb6d94ab" providerId="LiveId" clId="{80170813-B5CD-4F03-BCC3-EA5203556679}" dt="2025-11-25T03:43:57.067" v="53" actId="478"/>
          <ac:spMkLst>
            <pc:docMk/>
            <pc:sldMk cId="0" sldId="270"/>
            <ac:spMk id="371" creationId="{00000000-0000-0000-0000-000000000000}"/>
          </ac:spMkLst>
        </pc:spChg>
        <pc:spChg chg="del">
          <ac:chgData name="SuperLi ovo" userId="51b3d760cb6d94ab" providerId="LiveId" clId="{80170813-B5CD-4F03-BCC3-EA5203556679}" dt="2025-11-25T03:43:58.987" v="54" actId="478"/>
          <ac:spMkLst>
            <pc:docMk/>
            <pc:sldMk cId="0" sldId="270"/>
            <ac:spMk id="372" creationId="{00000000-0000-0000-0000-000000000000}"/>
          </ac:spMkLst>
        </pc:spChg>
        <pc:spChg chg="del">
          <ac:chgData name="SuperLi ovo" userId="51b3d760cb6d94ab" providerId="LiveId" clId="{80170813-B5CD-4F03-BCC3-EA5203556679}" dt="2025-11-25T03:43:59.967" v="55" actId="478"/>
          <ac:spMkLst>
            <pc:docMk/>
            <pc:sldMk cId="0" sldId="270"/>
            <ac:spMk id="373" creationId="{00000000-0000-0000-0000-000000000000}"/>
          </ac:spMkLst>
        </pc:spChg>
        <pc:spChg chg="del">
          <ac:chgData name="SuperLi ovo" userId="51b3d760cb6d94ab" providerId="LiveId" clId="{80170813-B5CD-4F03-BCC3-EA5203556679}" dt="2025-11-25T03:44:08.304" v="63" actId="478"/>
          <ac:spMkLst>
            <pc:docMk/>
            <pc:sldMk cId="0" sldId="270"/>
            <ac:spMk id="37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图片 5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556233" y="1227714"/>
            <a:ext cx="10999806" cy="6463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4200" b="1" i="0" u="none" strike="noStrike" dirty="0">
                <a:solidFill>
                  <a:schemeClr val="bg2"/>
                </a:solidFill>
                <a:effectLst/>
                <a:uFillTx/>
                <a:latin typeface="Noto Sans SC"/>
                <a:ea typeface="Noto Sans SC"/>
              </a:rPr>
              <a:t>基于</a:t>
            </a:r>
            <a:r>
              <a:rPr lang="en-US" altLang="zh-CN" sz="4200" b="1" i="0" u="none" strike="noStrike" dirty="0" err="1">
                <a:solidFill>
                  <a:schemeClr val="bg2"/>
                </a:solidFill>
                <a:effectLst/>
                <a:uFillTx/>
                <a:latin typeface="Noto Sans SC"/>
                <a:ea typeface="Noto Sans SC"/>
              </a:rPr>
              <a:t>JavaWeb</a:t>
            </a:r>
            <a:r>
              <a:rPr lang="zh-CN" altLang="en-US" sz="4200" b="1" dirty="0">
                <a:solidFill>
                  <a:schemeClr val="bg2"/>
                </a:solidFill>
                <a:latin typeface="Noto Sans SC"/>
                <a:ea typeface="Noto Sans SC"/>
              </a:rPr>
              <a:t>的</a:t>
            </a:r>
            <a:r>
              <a:rPr lang="zh-CN" altLang="en-US" sz="4200" b="1" i="0" u="none" strike="noStrike" dirty="0">
                <a:solidFill>
                  <a:schemeClr val="bg2"/>
                </a:solidFill>
                <a:effectLst/>
                <a:uFillTx/>
                <a:latin typeface="Noto Sans SC"/>
                <a:ea typeface="Noto Sans SC"/>
              </a:rPr>
              <a:t>数据探针管理系统设计与实现</a:t>
            </a:r>
            <a:endParaRPr lang="en-US" sz="4200" b="0" u="none" strike="noStrike" dirty="0">
              <a:solidFill>
                <a:schemeClr val="bg2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5714640" y="2895480"/>
            <a:ext cx="762480" cy="38520"/>
          </a:xfrm>
          <a:custGeom>
            <a:avLst/>
            <a:gdLst/>
            <a:ahLst/>
            <a:cxnLst/>
            <a:rect l="0" t="0" r="r" b="b"/>
            <a:pathLst>
              <a:path w="2118" h="107">
                <a:moveTo>
                  <a:pt x="0" y="53"/>
                </a:moveTo>
                <a:cubicBezTo>
                  <a:pt x="0" y="46"/>
                  <a:pt x="2" y="39"/>
                  <a:pt x="5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4" y="0"/>
                </a:lnTo>
                <a:cubicBezTo>
                  <a:pt x="2071" y="0"/>
                  <a:pt x="2078" y="1"/>
                  <a:pt x="2084" y="4"/>
                </a:cubicBezTo>
                <a:cubicBezTo>
                  <a:pt x="2091" y="7"/>
                  <a:pt x="2097" y="10"/>
                  <a:pt x="2102" y="15"/>
                </a:cubicBezTo>
                <a:cubicBezTo>
                  <a:pt x="2107" y="20"/>
                  <a:pt x="2110" y="26"/>
                  <a:pt x="2114" y="32"/>
                </a:cubicBezTo>
                <a:cubicBezTo>
                  <a:pt x="2117" y="39"/>
                  <a:pt x="2118" y="46"/>
                  <a:pt x="2118" y="53"/>
                </a:cubicBezTo>
                <a:cubicBezTo>
                  <a:pt x="2118" y="60"/>
                  <a:pt x="2117" y="67"/>
                  <a:pt x="2114" y="73"/>
                </a:cubicBezTo>
                <a:cubicBezTo>
                  <a:pt x="2110" y="79"/>
                  <a:pt x="2107" y="85"/>
                  <a:pt x="2102" y="90"/>
                </a:cubicBezTo>
                <a:cubicBezTo>
                  <a:pt x="2097" y="96"/>
                  <a:pt x="2091" y="100"/>
                  <a:pt x="2084" y="103"/>
                </a:cubicBezTo>
                <a:cubicBezTo>
                  <a:pt x="2078" y="105"/>
                  <a:pt x="2071" y="107"/>
                  <a:pt x="2064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0"/>
                </a:cubicBezTo>
                <a:cubicBezTo>
                  <a:pt x="11" y="85"/>
                  <a:pt x="7" y="79"/>
                  <a:pt x="5" y="73"/>
                </a:cubicBezTo>
                <a:cubicBezTo>
                  <a:pt x="2" y="67"/>
                  <a:pt x="0" y="60"/>
                  <a:pt x="0" y="53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59818" y="4162709"/>
            <a:ext cx="852798" cy="2031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320" b="0" i="0" u="none" strike="noStrike" dirty="0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计科</a:t>
            </a:r>
            <a:r>
              <a:rPr lang="en-US" altLang="zh-CN" sz="1320" b="0" i="0" u="none" strike="noStrike" dirty="0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22-1</a:t>
            </a:r>
            <a:r>
              <a:rPr lang="zh-CN" altLang="en-US" sz="1320" b="0" i="0" u="none" strike="noStrike" dirty="0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班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716299" y="4519573"/>
            <a:ext cx="339837" cy="2031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i="0" u="none" strike="noStrike" dirty="0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李鑫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150880" y="4788000"/>
            <a:ext cx="469391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i="0" u="none" strike="noStrik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学号：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653800" y="4791600"/>
            <a:ext cx="1207007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i="0" u="none" strike="noStrike" dirty="0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201910914113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150880" y="5111640"/>
            <a:ext cx="1720023" cy="2031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20" b="0" i="0" u="none" strike="noStrike" dirty="0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指导教师：易发胜</a:t>
            </a:r>
            <a:r>
              <a:rPr lang="zh-CN" altLang="en-US" sz="1320" b="0" i="0" u="none" strike="noStrike" dirty="0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老师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" name="图片 25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图片 26"/>
          <p:cNvPicPr/>
          <p:nvPr/>
        </p:nvPicPr>
        <p:blipFill>
          <a:blip r:embed="rId3"/>
          <a:stretch/>
        </p:blipFill>
        <p:spPr>
          <a:xfrm>
            <a:off x="10477440" y="5381640"/>
            <a:ext cx="1904760" cy="14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任意多边形: 形状 27"/>
          <p:cNvSpPr/>
          <p:nvPr/>
        </p:nvSpPr>
        <p:spPr>
          <a:xfrm>
            <a:off x="761760" y="1676160"/>
            <a:ext cx="762480" cy="38520"/>
          </a:xfrm>
          <a:custGeom>
            <a:avLst/>
            <a:gdLst/>
            <a:ahLst/>
            <a:cxn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4" y="34"/>
                </a:cubicBezTo>
                <a:cubicBezTo>
                  <a:pt x="7" y="27"/>
                  <a:pt x="11" y="22"/>
                  <a:pt x="16" y="16"/>
                </a:cubicBezTo>
                <a:cubicBezTo>
                  <a:pt x="21" y="11"/>
                  <a:pt x="26" y="7"/>
                  <a:pt x="33" y="4"/>
                </a:cubicBezTo>
                <a:cubicBezTo>
                  <a:pt x="39" y="2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2"/>
                  <a:pt x="2085" y="4"/>
                </a:cubicBezTo>
                <a:cubicBezTo>
                  <a:pt x="2092" y="7"/>
                  <a:pt x="2097" y="11"/>
                  <a:pt x="2102" y="16"/>
                </a:cubicBezTo>
                <a:cubicBezTo>
                  <a:pt x="2107" y="22"/>
                  <a:pt x="2111" y="27"/>
                  <a:pt x="2114" y="34"/>
                </a:cubicBezTo>
                <a:cubicBezTo>
                  <a:pt x="2116" y="40"/>
                  <a:pt x="2118" y="47"/>
                  <a:pt x="2118" y="54"/>
                </a:cubicBezTo>
                <a:cubicBezTo>
                  <a:pt x="2118" y="61"/>
                  <a:pt x="2116" y="68"/>
                  <a:pt x="2114" y="74"/>
                </a:cubicBezTo>
                <a:cubicBezTo>
                  <a:pt x="2111" y="81"/>
                  <a:pt x="2107" y="87"/>
                  <a:pt x="2102" y="92"/>
                </a:cubicBezTo>
                <a:cubicBezTo>
                  <a:pt x="2097" y="96"/>
                  <a:pt x="2092" y="100"/>
                  <a:pt x="2085" y="103"/>
                </a:cubicBezTo>
                <a:cubicBezTo>
                  <a:pt x="2079" y="106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39" y="106"/>
                  <a:pt x="33" y="103"/>
                </a:cubicBezTo>
                <a:cubicBezTo>
                  <a:pt x="26" y="100"/>
                  <a:pt x="21" y="96"/>
                  <a:pt x="16" y="92"/>
                </a:cubicBezTo>
                <a:cubicBezTo>
                  <a:pt x="11" y="87"/>
                  <a:pt x="7" y="81"/>
                  <a:pt x="4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08196" y="487980"/>
            <a:ext cx="1106424" cy="53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600" b="1" i="0" u="none" strike="noStrike" dirty="0">
                <a:solidFill>
                  <a:srgbClr val="0A3D62"/>
                </a:solidFill>
                <a:effectLst/>
                <a:uFillTx/>
                <a:latin typeface="Noto Sans SC"/>
                <a:ea typeface="Noto Sans SC"/>
              </a:rPr>
              <a:t>目录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14400" y="1132200"/>
            <a:ext cx="37719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1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01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752480" y="1185120"/>
            <a:ext cx="20955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选题背景、目的及意义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14400" y="2046600"/>
            <a:ext cx="37719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1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02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752480" y="2099520"/>
            <a:ext cx="2514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国内外研究现状和发展趋势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14400" y="2961000"/>
            <a:ext cx="37719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1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03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752480" y="3013920"/>
            <a:ext cx="356235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主要研究内容、拟解决问题及预期成果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14400" y="3875400"/>
            <a:ext cx="37719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1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04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752480" y="3928320"/>
            <a:ext cx="1676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拟采用的研究思路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14400" y="4789800"/>
            <a:ext cx="37719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1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05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752480" y="4842720"/>
            <a:ext cx="12573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主要参考文献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0" y="5704200"/>
            <a:ext cx="37719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1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06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752480" y="5757120"/>
            <a:ext cx="146685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i="0" u="none" strike="noStrike" dirty="0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工作安排及进度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3" name="图片 42"/>
          <p:cNvPicPr/>
          <p:nvPr/>
        </p:nvPicPr>
        <p:blipFill>
          <a:blip r:embed="rId4"/>
          <a:stretch/>
        </p:blipFill>
        <p:spPr>
          <a:xfrm>
            <a:off x="7115040" y="0"/>
            <a:ext cx="50763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图片 43"/>
          <p:cNvPicPr/>
          <p:nvPr/>
        </p:nvPicPr>
        <p:blipFill>
          <a:blip r:embed="rId5"/>
          <a:stretch/>
        </p:blipFill>
        <p:spPr>
          <a:xfrm>
            <a:off x="7115040" y="0"/>
            <a:ext cx="5076360" cy="685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任意多边形: 形状 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" name="图片 46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图片 47"/>
          <p:cNvPicPr/>
          <p:nvPr/>
        </p:nvPicPr>
        <p:blipFill>
          <a:blip r:embed="rId3"/>
          <a:stretch/>
        </p:blipFill>
        <p:spPr>
          <a:xfrm>
            <a:off x="10477440" y="5381640"/>
            <a:ext cx="1904760" cy="14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任意多边形: 形状 48"/>
          <p:cNvSpPr/>
          <p:nvPr/>
        </p:nvSpPr>
        <p:spPr>
          <a:xfrm>
            <a:off x="609480" y="1409400"/>
            <a:ext cx="762120" cy="38520"/>
          </a:xfrm>
          <a:custGeom>
            <a:avLst/>
            <a:gdLst/>
            <a:ahLst/>
            <a:cxnLst/>
            <a:rect l="0" t="0" r="r" b="b"/>
            <a:pathLst>
              <a:path w="2117" h="107">
                <a:moveTo>
                  <a:pt x="0" y="54"/>
                </a:moveTo>
                <a:cubicBezTo>
                  <a:pt x="0" y="47"/>
                  <a:pt x="1" y="40"/>
                  <a:pt x="4" y="34"/>
                </a:cubicBezTo>
                <a:cubicBezTo>
                  <a:pt x="7" y="28"/>
                  <a:pt x="10" y="21"/>
                  <a:pt x="15" y="16"/>
                </a:cubicBezTo>
                <a:cubicBezTo>
                  <a:pt x="20" y="11"/>
                  <a:pt x="26" y="7"/>
                  <a:pt x="32" y="4"/>
                </a:cubicBezTo>
                <a:cubicBezTo>
                  <a:pt x="39" y="2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8" y="2"/>
                  <a:pt x="2085" y="4"/>
                </a:cubicBezTo>
                <a:cubicBezTo>
                  <a:pt x="2091" y="7"/>
                  <a:pt x="2097" y="11"/>
                  <a:pt x="2102" y="16"/>
                </a:cubicBezTo>
                <a:cubicBezTo>
                  <a:pt x="2107" y="21"/>
                  <a:pt x="2111" y="28"/>
                  <a:pt x="2113" y="34"/>
                </a:cubicBezTo>
                <a:cubicBezTo>
                  <a:pt x="2116" y="40"/>
                  <a:pt x="2117" y="47"/>
                  <a:pt x="2117" y="54"/>
                </a:cubicBezTo>
                <a:cubicBezTo>
                  <a:pt x="2117" y="61"/>
                  <a:pt x="2116" y="68"/>
                  <a:pt x="2113" y="74"/>
                </a:cubicBezTo>
                <a:cubicBezTo>
                  <a:pt x="2111" y="81"/>
                  <a:pt x="2107" y="87"/>
                  <a:pt x="2102" y="92"/>
                </a:cubicBezTo>
                <a:cubicBezTo>
                  <a:pt x="2097" y="97"/>
                  <a:pt x="2091" y="100"/>
                  <a:pt x="2085" y="103"/>
                </a:cubicBezTo>
                <a:cubicBezTo>
                  <a:pt x="2078" y="106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39" y="106"/>
                  <a:pt x="32" y="103"/>
                </a:cubicBezTo>
                <a:cubicBezTo>
                  <a:pt x="26" y="100"/>
                  <a:pt x="20" y="97"/>
                  <a:pt x="15" y="92"/>
                </a:cubicBezTo>
                <a:cubicBezTo>
                  <a:pt x="10" y="87"/>
                  <a:pt x="7" y="81"/>
                  <a:pt x="4" y="74"/>
                </a:cubicBezTo>
                <a:cubicBezTo>
                  <a:pt x="1" y="68"/>
                  <a:pt x="0" y="61"/>
                  <a:pt x="0" y="54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任意多边形: 形状 49"/>
          <p:cNvSpPr/>
          <p:nvPr/>
        </p:nvSpPr>
        <p:spPr>
          <a:xfrm>
            <a:off x="628560" y="1890360"/>
            <a:ext cx="10949400" cy="1219680"/>
          </a:xfrm>
          <a:custGeom>
            <a:avLst/>
            <a:gdLst/>
            <a:ahLst/>
            <a:cxnLst/>
            <a:rect l="0" t="0" r="r" b="b"/>
            <a:pathLst>
              <a:path w="30415" h="3388">
                <a:moveTo>
                  <a:pt x="0" y="3189"/>
                </a:moveTo>
                <a:lnTo>
                  <a:pt x="0" y="199"/>
                </a:lnTo>
                <a:cubicBezTo>
                  <a:pt x="0" y="186"/>
                  <a:pt x="1" y="173"/>
                  <a:pt x="3" y="160"/>
                </a:cubicBezTo>
                <a:cubicBezTo>
                  <a:pt x="5" y="147"/>
                  <a:pt x="8" y="135"/>
                  <a:pt x="12" y="123"/>
                </a:cubicBezTo>
                <a:cubicBezTo>
                  <a:pt x="16" y="111"/>
                  <a:pt x="21" y="100"/>
                  <a:pt x="27" y="89"/>
                </a:cubicBezTo>
                <a:cubicBezTo>
                  <a:pt x="32" y="78"/>
                  <a:pt x="39" y="68"/>
                  <a:pt x="46" y="59"/>
                </a:cubicBezTo>
                <a:cubicBezTo>
                  <a:pt x="54" y="49"/>
                  <a:pt x="62" y="41"/>
                  <a:pt x="70" y="34"/>
                </a:cubicBezTo>
                <a:cubicBezTo>
                  <a:pt x="79" y="27"/>
                  <a:pt x="88" y="21"/>
                  <a:pt x="98" y="16"/>
                </a:cubicBezTo>
                <a:cubicBezTo>
                  <a:pt x="107" y="11"/>
                  <a:pt x="117" y="7"/>
                  <a:pt x="128" y="4"/>
                </a:cubicBezTo>
                <a:cubicBezTo>
                  <a:pt x="138" y="2"/>
                  <a:pt x="148" y="0"/>
                  <a:pt x="158" y="0"/>
                </a:cubicBezTo>
                <a:lnTo>
                  <a:pt x="30216" y="0"/>
                </a:lnTo>
                <a:cubicBezTo>
                  <a:pt x="30229" y="0"/>
                  <a:pt x="30242" y="2"/>
                  <a:pt x="30255" y="4"/>
                </a:cubicBezTo>
                <a:cubicBezTo>
                  <a:pt x="30268" y="7"/>
                  <a:pt x="30280" y="11"/>
                  <a:pt x="30292" y="16"/>
                </a:cubicBezTo>
                <a:cubicBezTo>
                  <a:pt x="30304" y="21"/>
                  <a:pt x="30316" y="27"/>
                  <a:pt x="30326" y="34"/>
                </a:cubicBezTo>
                <a:cubicBezTo>
                  <a:pt x="30337" y="41"/>
                  <a:pt x="30347" y="49"/>
                  <a:pt x="30356" y="59"/>
                </a:cubicBezTo>
                <a:cubicBezTo>
                  <a:pt x="30366" y="68"/>
                  <a:pt x="30374" y="78"/>
                  <a:pt x="30381" y="89"/>
                </a:cubicBezTo>
                <a:cubicBezTo>
                  <a:pt x="30388" y="100"/>
                  <a:pt x="30395" y="111"/>
                  <a:pt x="30399" y="123"/>
                </a:cubicBezTo>
                <a:cubicBezTo>
                  <a:pt x="30404" y="135"/>
                  <a:pt x="30408" y="147"/>
                  <a:pt x="30411" y="160"/>
                </a:cubicBezTo>
                <a:cubicBezTo>
                  <a:pt x="30413" y="173"/>
                  <a:pt x="30415" y="186"/>
                  <a:pt x="30415" y="199"/>
                </a:cubicBezTo>
                <a:lnTo>
                  <a:pt x="30415" y="3189"/>
                </a:lnTo>
                <a:cubicBezTo>
                  <a:pt x="30415" y="3202"/>
                  <a:pt x="30413" y="3216"/>
                  <a:pt x="30411" y="3228"/>
                </a:cubicBezTo>
                <a:cubicBezTo>
                  <a:pt x="30408" y="3241"/>
                  <a:pt x="30404" y="3254"/>
                  <a:pt x="30399" y="3266"/>
                </a:cubicBezTo>
                <a:cubicBezTo>
                  <a:pt x="30395" y="3278"/>
                  <a:pt x="30388" y="3289"/>
                  <a:pt x="30381" y="3300"/>
                </a:cubicBezTo>
                <a:cubicBezTo>
                  <a:pt x="30374" y="3311"/>
                  <a:pt x="30366" y="3321"/>
                  <a:pt x="30356" y="3330"/>
                </a:cubicBezTo>
                <a:cubicBezTo>
                  <a:pt x="30347" y="3339"/>
                  <a:pt x="30337" y="3347"/>
                  <a:pt x="30326" y="3355"/>
                </a:cubicBezTo>
                <a:cubicBezTo>
                  <a:pt x="30316" y="3362"/>
                  <a:pt x="30304" y="3368"/>
                  <a:pt x="30292" y="3373"/>
                </a:cubicBezTo>
                <a:cubicBezTo>
                  <a:pt x="30280" y="3378"/>
                  <a:pt x="30268" y="3382"/>
                  <a:pt x="30255" y="3384"/>
                </a:cubicBezTo>
                <a:cubicBezTo>
                  <a:pt x="30242" y="3387"/>
                  <a:pt x="30229" y="3388"/>
                  <a:pt x="30216" y="3388"/>
                </a:cubicBezTo>
                <a:lnTo>
                  <a:pt x="158" y="3388"/>
                </a:lnTo>
                <a:cubicBezTo>
                  <a:pt x="148" y="3388"/>
                  <a:pt x="138" y="3387"/>
                  <a:pt x="128" y="3384"/>
                </a:cubicBezTo>
                <a:cubicBezTo>
                  <a:pt x="117" y="3382"/>
                  <a:pt x="107" y="3378"/>
                  <a:pt x="98" y="3373"/>
                </a:cubicBezTo>
                <a:cubicBezTo>
                  <a:pt x="88" y="3368"/>
                  <a:pt x="79" y="3362"/>
                  <a:pt x="70" y="3355"/>
                </a:cubicBezTo>
                <a:cubicBezTo>
                  <a:pt x="62" y="3347"/>
                  <a:pt x="54" y="3339"/>
                  <a:pt x="46" y="3330"/>
                </a:cubicBezTo>
                <a:cubicBezTo>
                  <a:pt x="39" y="3321"/>
                  <a:pt x="32" y="3311"/>
                  <a:pt x="27" y="3300"/>
                </a:cubicBezTo>
                <a:cubicBezTo>
                  <a:pt x="21" y="3289"/>
                  <a:pt x="16" y="3278"/>
                  <a:pt x="12" y="3266"/>
                </a:cubicBezTo>
                <a:cubicBezTo>
                  <a:pt x="8" y="3254"/>
                  <a:pt x="5" y="3241"/>
                  <a:pt x="3" y="3228"/>
                </a:cubicBezTo>
                <a:cubicBezTo>
                  <a:pt x="1" y="3216"/>
                  <a:pt x="0" y="3202"/>
                  <a:pt x="0" y="31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任意多边形: 形状 50"/>
          <p:cNvSpPr/>
          <p:nvPr/>
        </p:nvSpPr>
        <p:spPr>
          <a:xfrm>
            <a:off x="609480" y="1885680"/>
            <a:ext cx="10973160" cy="1229040"/>
          </a:xfrm>
          <a:custGeom>
            <a:avLst/>
            <a:gdLst/>
            <a:ahLst/>
            <a:cxnLst/>
            <a:rect l="0" t="0" r="r" b="b"/>
            <a:pathLst>
              <a:path w="30481" h="3414">
                <a:moveTo>
                  <a:pt x="0" y="3202"/>
                </a:moveTo>
                <a:lnTo>
                  <a:pt x="0" y="212"/>
                </a:lnTo>
                <a:cubicBezTo>
                  <a:pt x="0" y="198"/>
                  <a:pt x="1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2" y="44"/>
                  <a:pt x="94" y="36"/>
                </a:cubicBezTo>
                <a:cubicBezTo>
                  <a:pt x="105" y="28"/>
                  <a:pt x="118" y="22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4"/>
                </a:cubicBezTo>
                <a:cubicBezTo>
                  <a:pt x="30324" y="7"/>
                  <a:pt x="30337" y="11"/>
                  <a:pt x="30350" y="16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2"/>
                  <a:pt x="30419" y="62"/>
                </a:cubicBezTo>
                <a:cubicBezTo>
                  <a:pt x="30429" y="72"/>
                  <a:pt x="30437" y="83"/>
                  <a:pt x="30445" y="94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4"/>
                  <a:pt x="30481" y="198"/>
                  <a:pt x="30481" y="212"/>
                </a:cubicBezTo>
                <a:lnTo>
                  <a:pt x="30481" y="3202"/>
                </a:lnTo>
                <a:cubicBezTo>
                  <a:pt x="30481" y="3216"/>
                  <a:pt x="30479" y="3229"/>
                  <a:pt x="30477" y="3243"/>
                </a:cubicBezTo>
                <a:cubicBezTo>
                  <a:pt x="30474" y="3257"/>
                  <a:pt x="30470" y="3270"/>
                  <a:pt x="30465" y="3283"/>
                </a:cubicBezTo>
                <a:cubicBezTo>
                  <a:pt x="30459" y="3297"/>
                  <a:pt x="30453" y="3309"/>
                  <a:pt x="30445" y="3320"/>
                </a:cubicBezTo>
                <a:cubicBezTo>
                  <a:pt x="30437" y="3332"/>
                  <a:pt x="30429" y="3343"/>
                  <a:pt x="30419" y="3352"/>
                </a:cubicBezTo>
                <a:cubicBezTo>
                  <a:pt x="30409" y="3362"/>
                  <a:pt x="30398" y="3371"/>
                  <a:pt x="30387" y="3379"/>
                </a:cubicBezTo>
                <a:cubicBezTo>
                  <a:pt x="30375" y="3386"/>
                  <a:pt x="30363" y="3393"/>
                  <a:pt x="30350" y="3398"/>
                </a:cubicBezTo>
                <a:cubicBezTo>
                  <a:pt x="30337" y="3404"/>
                  <a:pt x="30324" y="3408"/>
                  <a:pt x="30310" y="3410"/>
                </a:cubicBezTo>
                <a:cubicBezTo>
                  <a:pt x="30297" y="3413"/>
                  <a:pt x="30283" y="3414"/>
                  <a:pt x="30269" y="3414"/>
                </a:cubicBezTo>
                <a:lnTo>
                  <a:pt x="211" y="3414"/>
                </a:lnTo>
                <a:cubicBezTo>
                  <a:pt x="198" y="3414"/>
                  <a:pt x="184" y="3413"/>
                  <a:pt x="170" y="3410"/>
                </a:cubicBezTo>
                <a:cubicBezTo>
                  <a:pt x="157" y="3408"/>
                  <a:pt x="143" y="3404"/>
                  <a:pt x="130" y="3398"/>
                </a:cubicBezTo>
                <a:cubicBezTo>
                  <a:pt x="118" y="3393"/>
                  <a:pt x="105" y="3386"/>
                  <a:pt x="94" y="3379"/>
                </a:cubicBezTo>
                <a:cubicBezTo>
                  <a:pt x="82" y="3371"/>
                  <a:pt x="72" y="3362"/>
                  <a:pt x="62" y="3352"/>
                </a:cubicBezTo>
                <a:cubicBezTo>
                  <a:pt x="52" y="3343"/>
                  <a:pt x="43" y="3332"/>
                  <a:pt x="36" y="3320"/>
                </a:cubicBezTo>
                <a:cubicBezTo>
                  <a:pt x="28" y="3309"/>
                  <a:pt x="21" y="3297"/>
                  <a:pt x="16" y="3283"/>
                </a:cubicBezTo>
                <a:cubicBezTo>
                  <a:pt x="11" y="3270"/>
                  <a:pt x="7" y="3257"/>
                  <a:pt x="4" y="3243"/>
                </a:cubicBezTo>
                <a:cubicBezTo>
                  <a:pt x="1" y="3229"/>
                  <a:pt x="0" y="3216"/>
                  <a:pt x="0" y="3202"/>
                </a:cubicBezTo>
                <a:moveTo>
                  <a:pt x="106" y="3202"/>
                </a:moveTo>
                <a:lnTo>
                  <a:pt x="106" y="212"/>
                </a:lnTo>
                <a:cubicBezTo>
                  <a:pt x="106" y="200"/>
                  <a:pt x="106" y="188"/>
                  <a:pt x="108" y="176"/>
                </a:cubicBezTo>
                <a:cubicBezTo>
                  <a:pt x="109" y="164"/>
                  <a:pt x="111" y="152"/>
                  <a:pt x="114" y="141"/>
                </a:cubicBezTo>
                <a:cubicBezTo>
                  <a:pt x="116" y="130"/>
                  <a:pt x="120" y="119"/>
                  <a:pt x="124" y="109"/>
                </a:cubicBezTo>
                <a:cubicBezTo>
                  <a:pt x="127" y="99"/>
                  <a:pt x="132" y="90"/>
                  <a:pt x="137" y="81"/>
                </a:cubicBezTo>
                <a:cubicBezTo>
                  <a:pt x="142" y="72"/>
                  <a:pt x="147" y="65"/>
                  <a:pt x="153" y="58"/>
                </a:cubicBezTo>
                <a:cubicBezTo>
                  <a:pt x="158" y="51"/>
                  <a:pt x="165" y="45"/>
                  <a:pt x="171" y="41"/>
                </a:cubicBezTo>
                <a:cubicBezTo>
                  <a:pt x="177" y="36"/>
                  <a:pt x="184" y="33"/>
                  <a:pt x="191" y="30"/>
                </a:cubicBezTo>
                <a:cubicBezTo>
                  <a:pt x="198" y="28"/>
                  <a:pt x="205" y="27"/>
                  <a:pt x="211" y="27"/>
                </a:cubicBezTo>
                <a:lnTo>
                  <a:pt x="30269" y="27"/>
                </a:lnTo>
                <a:cubicBezTo>
                  <a:pt x="30281" y="27"/>
                  <a:pt x="30293" y="28"/>
                  <a:pt x="30305" y="30"/>
                </a:cubicBezTo>
                <a:cubicBezTo>
                  <a:pt x="30317" y="33"/>
                  <a:pt x="30329" y="36"/>
                  <a:pt x="30340" y="41"/>
                </a:cubicBezTo>
                <a:cubicBezTo>
                  <a:pt x="30351" y="45"/>
                  <a:pt x="30362" y="51"/>
                  <a:pt x="30372" y="58"/>
                </a:cubicBezTo>
                <a:cubicBezTo>
                  <a:pt x="30382" y="65"/>
                  <a:pt x="30392" y="72"/>
                  <a:pt x="30400" y="81"/>
                </a:cubicBezTo>
                <a:cubicBezTo>
                  <a:pt x="30409" y="90"/>
                  <a:pt x="30416" y="99"/>
                  <a:pt x="30423" y="109"/>
                </a:cubicBezTo>
                <a:cubicBezTo>
                  <a:pt x="30430" y="119"/>
                  <a:pt x="30436" y="130"/>
                  <a:pt x="30440" y="141"/>
                </a:cubicBezTo>
                <a:cubicBezTo>
                  <a:pt x="30445" y="152"/>
                  <a:pt x="30448" y="164"/>
                  <a:pt x="30451" y="176"/>
                </a:cubicBezTo>
                <a:cubicBezTo>
                  <a:pt x="30453" y="188"/>
                  <a:pt x="30454" y="200"/>
                  <a:pt x="30454" y="212"/>
                </a:cubicBezTo>
                <a:lnTo>
                  <a:pt x="30454" y="3202"/>
                </a:lnTo>
                <a:cubicBezTo>
                  <a:pt x="30454" y="3214"/>
                  <a:pt x="30453" y="3226"/>
                  <a:pt x="30451" y="3238"/>
                </a:cubicBezTo>
                <a:cubicBezTo>
                  <a:pt x="30448" y="3250"/>
                  <a:pt x="30445" y="3261"/>
                  <a:pt x="30440" y="3273"/>
                </a:cubicBezTo>
                <a:cubicBezTo>
                  <a:pt x="30436" y="3284"/>
                  <a:pt x="30430" y="3294"/>
                  <a:pt x="30423" y="3306"/>
                </a:cubicBezTo>
                <a:cubicBezTo>
                  <a:pt x="30416" y="3316"/>
                  <a:pt x="30409" y="3325"/>
                  <a:pt x="30400" y="3334"/>
                </a:cubicBezTo>
                <a:cubicBezTo>
                  <a:pt x="30392" y="3342"/>
                  <a:pt x="30382" y="3350"/>
                  <a:pt x="30372" y="3357"/>
                </a:cubicBezTo>
                <a:cubicBezTo>
                  <a:pt x="30362" y="3363"/>
                  <a:pt x="30351" y="3369"/>
                  <a:pt x="30340" y="3374"/>
                </a:cubicBezTo>
                <a:cubicBezTo>
                  <a:pt x="30329" y="3378"/>
                  <a:pt x="30317" y="3382"/>
                  <a:pt x="30305" y="3384"/>
                </a:cubicBezTo>
                <a:cubicBezTo>
                  <a:pt x="30293" y="3387"/>
                  <a:pt x="30281" y="3388"/>
                  <a:pt x="30269" y="3388"/>
                </a:cubicBezTo>
                <a:lnTo>
                  <a:pt x="211" y="3388"/>
                </a:lnTo>
                <a:cubicBezTo>
                  <a:pt x="205" y="3388"/>
                  <a:pt x="198" y="3387"/>
                  <a:pt x="191" y="3384"/>
                </a:cubicBezTo>
                <a:cubicBezTo>
                  <a:pt x="184" y="3382"/>
                  <a:pt x="177" y="3378"/>
                  <a:pt x="171" y="3374"/>
                </a:cubicBezTo>
                <a:cubicBezTo>
                  <a:pt x="165" y="3369"/>
                  <a:pt x="158" y="3363"/>
                  <a:pt x="153" y="3357"/>
                </a:cubicBezTo>
                <a:cubicBezTo>
                  <a:pt x="147" y="3350"/>
                  <a:pt x="142" y="3342"/>
                  <a:pt x="137" y="3334"/>
                </a:cubicBezTo>
                <a:cubicBezTo>
                  <a:pt x="132" y="3325"/>
                  <a:pt x="127" y="3316"/>
                  <a:pt x="124" y="3306"/>
                </a:cubicBezTo>
                <a:cubicBezTo>
                  <a:pt x="120" y="3294"/>
                  <a:pt x="116" y="3284"/>
                  <a:pt x="114" y="3273"/>
                </a:cubicBezTo>
                <a:cubicBezTo>
                  <a:pt x="111" y="3261"/>
                  <a:pt x="109" y="3250"/>
                  <a:pt x="108" y="3238"/>
                </a:cubicBezTo>
                <a:cubicBezTo>
                  <a:pt x="106" y="3226"/>
                  <a:pt x="106" y="3214"/>
                  <a:pt x="106" y="3202"/>
                </a:cubicBezTo>
                <a:close/>
              </a:path>
            </a:pathLst>
          </a:custGeom>
          <a:solidFill>
            <a:srgbClr val="0A3D6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609480" y="675000"/>
            <a:ext cx="184404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000" b="1" i="0" u="none" strike="noStrike">
                <a:solidFill>
                  <a:srgbClr val="0A3D62"/>
                </a:solidFill>
                <a:effectLst/>
                <a:uFillTx/>
                <a:latin typeface="Noto Sans SC"/>
                <a:ea typeface="Noto Sans SC"/>
              </a:rPr>
              <a:t>选题背景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76240" y="2159640"/>
            <a:ext cx="32689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i="0" u="none" strike="noStrike">
                <a:solidFill>
                  <a:srgbClr val="0A3D62"/>
                </a:solidFill>
                <a:effectLst/>
                <a:uFillTx/>
                <a:latin typeface="Noto Sans SC"/>
                <a:ea typeface="Noto Sans SC"/>
              </a:rPr>
              <a:t>数字化转型下的数据采集痛点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任意多边形: 形状 53"/>
          <p:cNvSpPr/>
          <p:nvPr/>
        </p:nvSpPr>
        <p:spPr>
          <a:xfrm>
            <a:off x="628560" y="3348000"/>
            <a:ext cx="10949400" cy="1229040"/>
          </a:xfrm>
          <a:custGeom>
            <a:avLst/>
            <a:gdLst/>
            <a:ahLst/>
            <a:cxnLst/>
            <a:rect l="0" t="0" r="r" b="b"/>
            <a:pathLst>
              <a:path w="30415" h="3414">
                <a:moveTo>
                  <a:pt x="0" y="3215"/>
                </a:moveTo>
                <a:lnTo>
                  <a:pt x="0" y="198"/>
                </a:lnTo>
                <a:cubicBezTo>
                  <a:pt x="0" y="185"/>
                  <a:pt x="1" y="172"/>
                  <a:pt x="3" y="159"/>
                </a:cubicBezTo>
                <a:cubicBezTo>
                  <a:pt x="5" y="147"/>
                  <a:pt x="8" y="134"/>
                  <a:pt x="12" y="122"/>
                </a:cubicBezTo>
                <a:cubicBezTo>
                  <a:pt x="16" y="110"/>
                  <a:pt x="21" y="99"/>
                  <a:pt x="27" y="88"/>
                </a:cubicBezTo>
                <a:cubicBezTo>
                  <a:pt x="32" y="77"/>
                  <a:pt x="39" y="67"/>
                  <a:pt x="46" y="58"/>
                </a:cubicBezTo>
                <a:cubicBezTo>
                  <a:pt x="54" y="49"/>
                  <a:pt x="62" y="40"/>
                  <a:pt x="70" y="33"/>
                </a:cubicBezTo>
                <a:cubicBezTo>
                  <a:pt x="79" y="26"/>
                  <a:pt x="88" y="20"/>
                  <a:pt x="98" y="15"/>
                </a:cubicBezTo>
                <a:cubicBezTo>
                  <a:pt x="107" y="10"/>
                  <a:pt x="117" y="6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30216" y="0"/>
                </a:lnTo>
                <a:cubicBezTo>
                  <a:pt x="30229" y="0"/>
                  <a:pt x="30242" y="1"/>
                  <a:pt x="30255" y="3"/>
                </a:cubicBezTo>
                <a:cubicBezTo>
                  <a:pt x="30268" y="6"/>
                  <a:pt x="30280" y="10"/>
                  <a:pt x="30292" y="15"/>
                </a:cubicBezTo>
                <a:cubicBezTo>
                  <a:pt x="30304" y="20"/>
                  <a:pt x="30316" y="26"/>
                  <a:pt x="30326" y="33"/>
                </a:cubicBezTo>
                <a:cubicBezTo>
                  <a:pt x="30337" y="40"/>
                  <a:pt x="30347" y="49"/>
                  <a:pt x="30356" y="58"/>
                </a:cubicBezTo>
                <a:cubicBezTo>
                  <a:pt x="30366" y="67"/>
                  <a:pt x="30374" y="77"/>
                  <a:pt x="30381" y="88"/>
                </a:cubicBezTo>
                <a:cubicBezTo>
                  <a:pt x="30388" y="99"/>
                  <a:pt x="30395" y="110"/>
                  <a:pt x="30399" y="122"/>
                </a:cubicBezTo>
                <a:cubicBezTo>
                  <a:pt x="30404" y="134"/>
                  <a:pt x="30408" y="147"/>
                  <a:pt x="30411" y="159"/>
                </a:cubicBezTo>
                <a:cubicBezTo>
                  <a:pt x="30413" y="172"/>
                  <a:pt x="30415" y="185"/>
                  <a:pt x="30415" y="198"/>
                </a:cubicBezTo>
                <a:lnTo>
                  <a:pt x="30415" y="3215"/>
                </a:lnTo>
                <a:cubicBezTo>
                  <a:pt x="30415" y="3228"/>
                  <a:pt x="30413" y="3241"/>
                  <a:pt x="30411" y="3254"/>
                </a:cubicBezTo>
                <a:cubicBezTo>
                  <a:pt x="30408" y="3267"/>
                  <a:pt x="30404" y="3279"/>
                  <a:pt x="30399" y="3291"/>
                </a:cubicBezTo>
                <a:cubicBezTo>
                  <a:pt x="30395" y="3303"/>
                  <a:pt x="30388" y="3315"/>
                  <a:pt x="30381" y="3326"/>
                </a:cubicBezTo>
                <a:cubicBezTo>
                  <a:pt x="30374" y="3336"/>
                  <a:pt x="30366" y="3346"/>
                  <a:pt x="30356" y="3356"/>
                </a:cubicBezTo>
                <a:cubicBezTo>
                  <a:pt x="30347" y="3365"/>
                  <a:pt x="30337" y="3373"/>
                  <a:pt x="30326" y="3380"/>
                </a:cubicBezTo>
                <a:cubicBezTo>
                  <a:pt x="30316" y="3388"/>
                  <a:pt x="30304" y="3394"/>
                  <a:pt x="30292" y="3399"/>
                </a:cubicBezTo>
                <a:cubicBezTo>
                  <a:pt x="30280" y="3404"/>
                  <a:pt x="30268" y="3407"/>
                  <a:pt x="30255" y="3410"/>
                </a:cubicBezTo>
                <a:cubicBezTo>
                  <a:pt x="30242" y="3412"/>
                  <a:pt x="30229" y="3414"/>
                  <a:pt x="30216" y="3414"/>
                </a:cubicBezTo>
                <a:lnTo>
                  <a:pt x="158" y="3414"/>
                </a:lnTo>
                <a:cubicBezTo>
                  <a:pt x="148" y="3414"/>
                  <a:pt x="138" y="3412"/>
                  <a:pt x="128" y="3410"/>
                </a:cubicBezTo>
                <a:cubicBezTo>
                  <a:pt x="117" y="3407"/>
                  <a:pt x="107" y="3404"/>
                  <a:pt x="98" y="3399"/>
                </a:cubicBezTo>
                <a:cubicBezTo>
                  <a:pt x="88" y="3394"/>
                  <a:pt x="79" y="3388"/>
                  <a:pt x="70" y="3380"/>
                </a:cubicBezTo>
                <a:cubicBezTo>
                  <a:pt x="62" y="3373"/>
                  <a:pt x="54" y="3365"/>
                  <a:pt x="46" y="3356"/>
                </a:cubicBezTo>
                <a:cubicBezTo>
                  <a:pt x="39" y="3346"/>
                  <a:pt x="32" y="3336"/>
                  <a:pt x="27" y="3326"/>
                </a:cubicBezTo>
                <a:cubicBezTo>
                  <a:pt x="21" y="3315"/>
                  <a:pt x="16" y="3303"/>
                  <a:pt x="12" y="3291"/>
                </a:cubicBezTo>
                <a:cubicBezTo>
                  <a:pt x="8" y="3279"/>
                  <a:pt x="5" y="3267"/>
                  <a:pt x="3" y="3254"/>
                </a:cubicBezTo>
                <a:cubicBezTo>
                  <a:pt x="1" y="3241"/>
                  <a:pt x="0" y="3228"/>
                  <a:pt x="0" y="321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任意多边形: 形状 54"/>
          <p:cNvSpPr/>
          <p:nvPr/>
        </p:nvSpPr>
        <p:spPr>
          <a:xfrm>
            <a:off x="609480" y="3342960"/>
            <a:ext cx="10973160" cy="1238760"/>
          </a:xfrm>
          <a:custGeom>
            <a:avLst/>
            <a:gdLst/>
            <a:ahLst/>
            <a:cxnLst/>
            <a:rect l="0" t="0" r="r" b="b"/>
            <a:pathLst>
              <a:path w="30481" h="3441">
                <a:moveTo>
                  <a:pt x="0" y="3229"/>
                </a:moveTo>
                <a:lnTo>
                  <a:pt x="0" y="212"/>
                </a:lnTo>
                <a:cubicBezTo>
                  <a:pt x="0" y="198"/>
                  <a:pt x="1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4"/>
                </a:cubicBezTo>
                <a:cubicBezTo>
                  <a:pt x="30324" y="7"/>
                  <a:pt x="30337" y="11"/>
                  <a:pt x="30350" y="16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4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4"/>
                  <a:pt x="30481" y="198"/>
                  <a:pt x="30481" y="212"/>
                </a:cubicBezTo>
                <a:lnTo>
                  <a:pt x="30481" y="3229"/>
                </a:lnTo>
                <a:cubicBezTo>
                  <a:pt x="30481" y="3243"/>
                  <a:pt x="30479" y="3257"/>
                  <a:pt x="30477" y="3271"/>
                </a:cubicBezTo>
                <a:cubicBezTo>
                  <a:pt x="30474" y="3284"/>
                  <a:pt x="30470" y="3297"/>
                  <a:pt x="30465" y="3310"/>
                </a:cubicBezTo>
                <a:cubicBezTo>
                  <a:pt x="30459" y="3323"/>
                  <a:pt x="30453" y="3335"/>
                  <a:pt x="30445" y="3347"/>
                </a:cubicBezTo>
                <a:cubicBezTo>
                  <a:pt x="30437" y="3358"/>
                  <a:pt x="30429" y="3369"/>
                  <a:pt x="30419" y="3379"/>
                </a:cubicBezTo>
                <a:cubicBezTo>
                  <a:pt x="30409" y="3389"/>
                  <a:pt x="30398" y="3398"/>
                  <a:pt x="30387" y="3405"/>
                </a:cubicBezTo>
                <a:cubicBezTo>
                  <a:pt x="30375" y="3413"/>
                  <a:pt x="30363" y="3420"/>
                  <a:pt x="30350" y="3425"/>
                </a:cubicBezTo>
                <a:cubicBezTo>
                  <a:pt x="30337" y="3430"/>
                  <a:pt x="30324" y="3434"/>
                  <a:pt x="30310" y="3437"/>
                </a:cubicBezTo>
                <a:cubicBezTo>
                  <a:pt x="30297" y="3440"/>
                  <a:pt x="30283" y="3441"/>
                  <a:pt x="30269" y="3441"/>
                </a:cubicBezTo>
                <a:lnTo>
                  <a:pt x="211" y="3441"/>
                </a:lnTo>
                <a:cubicBezTo>
                  <a:pt x="198" y="3441"/>
                  <a:pt x="184" y="3440"/>
                  <a:pt x="170" y="3437"/>
                </a:cubicBezTo>
                <a:cubicBezTo>
                  <a:pt x="157" y="3434"/>
                  <a:pt x="143" y="3430"/>
                  <a:pt x="130" y="3425"/>
                </a:cubicBezTo>
                <a:cubicBezTo>
                  <a:pt x="118" y="3420"/>
                  <a:pt x="105" y="3413"/>
                  <a:pt x="94" y="3405"/>
                </a:cubicBezTo>
                <a:cubicBezTo>
                  <a:pt x="82" y="3398"/>
                  <a:pt x="72" y="3389"/>
                  <a:pt x="62" y="3379"/>
                </a:cubicBezTo>
                <a:cubicBezTo>
                  <a:pt x="52" y="3369"/>
                  <a:pt x="43" y="3358"/>
                  <a:pt x="36" y="3347"/>
                </a:cubicBezTo>
                <a:cubicBezTo>
                  <a:pt x="28" y="3335"/>
                  <a:pt x="21" y="3323"/>
                  <a:pt x="16" y="3310"/>
                </a:cubicBezTo>
                <a:cubicBezTo>
                  <a:pt x="11" y="3297"/>
                  <a:pt x="7" y="3284"/>
                  <a:pt x="4" y="3271"/>
                </a:cubicBezTo>
                <a:cubicBezTo>
                  <a:pt x="1" y="3257"/>
                  <a:pt x="0" y="3243"/>
                  <a:pt x="0" y="3229"/>
                </a:cubicBezTo>
                <a:moveTo>
                  <a:pt x="106" y="3229"/>
                </a:moveTo>
                <a:lnTo>
                  <a:pt x="106" y="212"/>
                </a:lnTo>
                <a:cubicBezTo>
                  <a:pt x="106" y="200"/>
                  <a:pt x="106" y="188"/>
                  <a:pt x="108" y="176"/>
                </a:cubicBezTo>
                <a:cubicBezTo>
                  <a:pt x="109" y="164"/>
                  <a:pt x="111" y="152"/>
                  <a:pt x="114" y="141"/>
                </a:cubicBezTo>
                <a:cubicBezTo>
                  <a:pt x="116" y="130"/>
                  <a:pt x="120" y="119"/>
                  <a:pt x="124" y="109"/>
                </a:cubicBezTo>
                <a:cubicBezTo>
                  <a:pt x="127" y="99"/>
                  <a:pt x="132" y="90"/>
                  <a:pt x="137" y="81"/>
                </a:cubicBezTo>
                <a:cubicBezTo>
                  <a:pt x="142" y="72"/>
                  <a:pt x="147" y="65"/>
                  <a:pt x="153" y="58"/>
                </a:cubicBezTo>
                <a:cubicBezTo>
                  <a:pt x="158" y="51"/>
                  <a:pt x="165" y="46"/>
                  <a:pt x="171" y="41"/>
                </a:cubicBezTo>
                <a:cubicBezTo>
                  <a:pt x="177" y="36"/>
                  <a:pt x="184" y="33"/>
                  <a:pt x="191" y="30"/>
                </a:cubicBezTo>
                <a:cubicBezTo>
                  <a:pt x="198" y="28"/>
                  <a:pt x="205" y="27"/>
                  <a:pt x="211" y="27"/>
                </a:cubicBezTo>
                <a:lnTo>
                  <a:pt x="30269" y="27"/>
                </a:lnTo>
                <a:cubicBezTo>
                  <a:pt x="30281" y="27"/>
                  <a:pt x="30293" y="28"/>
                  <a:pt x="30305" y="30"/>
                </a:cubicBezTo>
                <a:cubicBezTo>
                  <a:pt x="30317" y="33"/>
                  <a:pt x="30329" y="36"/>
                  <a:pt x="30340" y="41"/>
                </a:cubicBezTo>
                <a:cubicBezTo>
                  <a:pt x="30351" y="46"/>
                  <a:pt x="30362" y="51"/>
                  <a:pt x="30372" y="58"/>
                </a:cubicBezTo>
                <a:cubicBezTo>
                  <a:pt x="30382" y="65"/>
                  <a:pt x="30392" y="72"/>
                  <a:pt x="30400" y="81"/>
                </a:cubicBezTo>
                <a:cubicBezTo>
                  <a:pt x="30409" y="90"/>
                  <a:pt x="30416" y="99"/>
                  <a:pt x="30423" y="109"/>
                </a:cubicBezTo>
                <a:cubicBezTo>
                  <a:pt x="30430" y="119"/>
                  <a:pt x="30436" y="130"/>
                  <a:pt x="30440" y="141"/>
                </a:cubicBezTo>
                <a:cubicBezTo>
                  <a:pt x="30445" y="152"/>
                  <a:pt x="30448" y="164"/>
                  <a:pt x="30451" y="176"/>
                </a:cubicBezTo>
                <a:cubicBezTo>
                  <a:pt x="30453" y="188"/>
                  <a:pt x="30454" y="200"/>
                  <a:pt x="30454" y="212"/>
                </a:cubicBezTo>
                <a:lnTo>
                  <a:pt x="30454" y="3229"/>
                </a:lnTo>
                <a:cubicBezTo>
                  <a:pt x="30454" y="3241"/>
                  <a:pt x="30453" y="3253"/>
                  <a:pt x="30451" y="3265"/>
                </a:cubicBezTo>
                <a:cubicBezTo>
                  <a:pt x="30448" y="3277"/>
                  <a:pt x="30445" y="3289"/>
                  <a:pt x="30440" y="3300"/>
                </a:cubicBezTo>
                <a:cubicBezTo>
                  <a:pt x="30436" y="3311"/>
                  <a:pt x="30430" y="3322"/>
                  <a:pt x="30423" y="3332"/>
                </a:cubicBezTo>
                <a:cubicBezTo>
                  <a:pt x="30416" y="3342"/>
                  <a:pt x="30409" y="3352"/>
                  <a:pt x="30400" y="3360"/>
                </a:cubicBezTo>
                <a:cubicBezTo>
                  <a:pt x="30392" y="3369"/>
                  <a:pt x="30382" y="3377"/>
                  <a:pt x="30372" y="3383"/>
                </a:cubicBezTo>
                <a:cubicBezTo>
                  <a:pt x="30362" y="3390"/>
                  <a:pt x="30351" y="3396"/>
                  <a:pt x="30340" y="3400"/>
                </a:cubicBezTo>
                <a:cubicBezTo>
                  <a:pt x="30329" y="3405"/>
                  <a:pt x="30317" y="3409"/>
                  <a:pt x="30305" y="3411"/>
                </a:cubicBezTo>
                <a:cubicBezTo>
                  <a:pt x="30293" y="3413"/>
                  <a:pt x="30281" y="3414"/>
                  <a:pt x="30269" y="3414"/>
                </a:cubicBezTo>
                <a:lnTo>
                  <a:pt x="211" y="3414"/>
                </a:lnTo>
                <a:cubicBezTo>
                  <a:pt x="205" y="3414"/>
                  <a:pt x="198" y="3413"/>
                  <a:pt x="191" y="3411"/>
                </a:cubicBezTo>
                <a:cubicBezTo>
                  <a:pt x="184" y="3409"/>
                  <a:pt x="177" y="3405"/>
                  <a:pt x="171" y="3400"/>
                </a:cubicBezTo>
                <a:cubicBezTo>
                  <a:pt x="165" y="3396"/>
                  <a:pt x="158" y="3390"/>
                  <a:pt x="153" y="3383"/>
                </a:cubicBezTo>
                <a:cubicBezTo>
                  <a:pt x="147" y="3377"/>
                  <a:pt x="142" y="3369"/>
                  <a:pt x="137" y="3360"/>
                </a:cubicBezTo>
                <a:cubicBezTo>
                  <a:pt x="132" y="3352"/>
                  <a:pt x="127" y="3342"/>
                  <a:pt x="124" y="3332"/>
                </a:cubicBezTo>
                <a:cubicBezTo>
                  <a:pt x="120" y="3322"/>
                  <a:pt x="116" y="3311"/>
                  <a:pt x="114" y="3300"/>
                </a:cubicBezTo>
                <a:cubicBezTo>
                  <a:pt x="111" y="3289"/>
                  <a:pt x="109" y="3277"/>
                  <a:pt x="108" y="3265"/>
                </a:cubicBezTo>
                <a:cubicBezTo>
                  <a:pt x="106" y="3253"/>
                  <a:pt x="106" y="3241"/>
                  <a:pt x="106" y="3229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76240" y="2658960"/>
            <a:ext cx="4693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传统脚本式采集的局限性：一次性、无状态感知、无法动态调整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876240" y="3616920"/>
            <a:ext cx="17602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数据探针的定义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任意多边形: 形状 57"/>
          <p:cNvSpPr/>
          <p:nvPr/>
        </p:nvSpPr>
        <p:spPr>
          <a:xfrm>
            <a:off x="628560" y="4814640"/>
            <a:ext cx="10949400" cy="1219680"/>
          </a:xfrm>
          <a:custGeom>
            <a:avLst/>
            <a:gdLst/>
            <a:ahLst/>
            <a:cxnLst/>
            <a:rect l="0" t="0" r="r" b="b"/>
            <a:pathLst>
              <a:path w="30415" h="3388">
                <a:moveTo>
                  <a:pt x="0" y="3189"/>
                </a:moveTo>
                <a:lnTo>
                  <a:pt x="0" y="199"/>
                </a:lnTo>
                <a:cubicBezTo>
                  <a:pt x="0" y="186"/>
                  <a:pt x="1" y="173"/>
                  <a:pt x="3" y="160"/>
                </a:cubicBezTo>
                <a:cubicBezTo>
                  <a:pt x="5" y="147"/>
                  <a:pt x="8" y="135"/>
                  <a:pt x="12" y="123"/>
                </a:cubicBezTo>
                <a:cubicBezTo>
                  <a:pt x="16" y="111"/>
                  <a:pt x="21" y="99"/>
                  <a:pt x="27" y="88"/>
                </a:cubicBezTo>
                <a:cubicBezTo>
                  <a:pt x="32" y="78"/>
                  <a:pt x="39" y="68"/>
                  <a:pt x="46" y="58"/>
                </a:cubicBezTo>
                <a:cubicBezTo>
                  <a:pt x="54" y="49"/>
                  <a:pt x="62" y="41"/>
                  <a:pt x="70" y="34"/>
                </a:cubicBezTo>
                <a:cubicBezTo>
                  <a:pt x="79" y="26"/>
                  <a:pt x="88" y="20"/>
                  <a:pt x="98" y="15"/>
                </a:cubicBezTo>
                <a:cubicBezTo>
                  <a:pt x="107" y="10"/>
                  <a:pt x="117" y="7"/>
                  <a:pt x="128" y="4"/>
                </a:cubicBezTo>
                <a:cubicBezTo>
                  <a:pt x="138" y="1"/>
                  <a:pt x="148" y="0"/>
                  <a:pt x="158" y="0"/>
                </a:cubicBezTo>
                <a:lnTo>
                  <a:pt x="30216" y="0"/>
                </a:lnTo>
                <a:cubicBezTo>
                  <a:pt x="30229" y="0"/>
                  <a:pt x="30242" y="1"/>
                  <a:pt x="30255" y="4"/>
                </a:cubicBezTo>
                <a:cubicBezTo>
                  <a:pt x="30268" y="7"/>
                  <a:pt x="30280" y="10"/>
                  <a:pt x="30292" y="15"/>
                </a:cubicBezTo>
                <a:cubicBezTo>
                  <a:pt x="30304" y="20"/>
                  <a:pt x="30316" y="26"/>
                  <a:pt x="30326" y="34"/>
                </a:cubicBezTo>
                <a:cubicBezTo>
                  <a:pt x="30337" y="41"/>
                  <a:pt x="30347" y="49"/>
                  <a:pt x="30356" y="58"/>
                </a:cubicBezTo>
                <a:cubicBezTo>
                  <a:pt x="30366" y="68"/>
                  <a:pt x="30374" y="78"/>
                  <a:pt x="30381" y="88"/>
                </a:cubicBezTo>
                <a:cubicBezTo>
                  <a:pt x="30388" y="99"/>
                  <a:pt x="30395" y="111"/>
                  <a:pt x="30399" y="123"/>
                </a:cubicBezTo>
                <a:cubicBezTo>
                  <a:pt x="30404" y="135"/>
                  <a:pt x="30408" y="147"/>
                  <a:pt x="30411" y="160"/>
                </a:cubicBezTo>
                <a:cubicBezTo>
                  <a:pt x="30413" y="173"/>
                  <a:pt x="30415" y="186"/>
                  <a:pt x="30415" y="199"/>
                </a:cubicBezTo>
                <a:lnTo>
                  <a:pt x="30415" y="3189"/>
                </a:lnTo>
                <a:cubicBezTo>
                  <a:pt x="30415" y="3202"/>
                  <a:pt x="30413" y="3215"/>
                  <a:pt x="30411" y="3228"/>
                </a:cubicBezTo>
                <a:cubicBezTo>
                  <a:pt x="30408" y="3241"/>
                  <a:pt x="30404" y="3253"/>
                  <a:pt x="30399" y="3265"/>
                </a:cubicBezTo>
                <a:cubicBezTo>
                  <a:pt x="30395" y="3277"/>
                  <a:pt x="30388" y="3289"/>
                  <a:pt x="30381" y="3300"/>
                </a:cubicBezTo>
                <a:cubicBezTo>
                  <a:pt x="30374" y="3310"/>
                  <a:pt x="30366" y="3321"/>
                  <a:pt x="30356" y="3330"/>
                </a:cubicBezTo>
                <a:cubicBezTo>
                  <a:pt x="30347" y="3339"/>
                  <a:pt x="30337" y="3347"/>
                  <a:pt x="30326" y="3354"/>
                </a:cubicBezTo>
                <a:cubicBezTo>
                  <a:pt x="30316" y="3362"/>
                  <a:pt x="30304" y="3368"/>
                  <a:pt x="30292" y="3373"/>
                </a:cubicBezTo>
                <a:cubicBezTo>
                  <a:pt x="30280" y="3378"/>
                  <a:pt x="30268" y="3381"/>
                  <a:pt x="30255" y="3384"/>
                </a:cubicBezTo>
                <a:cubicBezTo>
                  <a:pt x="30242" y="3387"/>
                  <a:pt x="30229" y="3388"/>
                  <a:pt x="30216" y="3388"/>
                </a:cubicBezTo>
                <a:lnTo>
                  <a:pt x="158" y="3388"/>
                </a:lnTo>
                <a:cubicBezTo>
                  <a:pt x="148" y="3388"/>
                  <a:pt x="138" y="3387"/>
                  <a:pt x="128" y="3384"/>
                </a:cubicBezTo>
                <a:cubicBezTo>
                  <a:pt x="117" y="3381"/>
                  <a:pt x="107" y="3378"/>
                  <a:pt x="98" y="3373"/>
                </a:cubicBezTo>
                <a:cubicBezTo>
                  <a:pt x="88" y="3368"/>
                  <a:pt x="79" y="3362"/>
                  <a:pt x="70" y="3354"/>
                </a:cubicBezTo>
                <a:cubicBezTo>
                  <a:pt x="62" y="3347"/>
                  <a:pt x="54" y="3339"/>
                  <a:pt x="46" y="3330"/>
                </a:cubicBezTo>
                <a:cubicBezTo>
                  <a:pt x="39" y="3321"/>
                  <a:pt x="32" y="3310"/>
                  <a:pt x="27" y="3300"/>
                </a:cubicBezTo>
                <a:cubicBezTo>
                  <a:pt x="21" y="3289"/>
                  <a:pt x="16" y="3277"/>
                  <a:pt x="12" y="3265"/>
                </a:cubicBezTo>
                <a:cubicBezTo>
                  <a:pt x="8" y="3253"/>
                  <a:pt x="5" y="3241"/>
                  <a:pt x="3" y="3228"/>
                </a:cubicBezTo>
                <a:cubicBezTo>
                  <a:pt x="1" y="3215"/>
                  <a:pt x="0" y="3202"/>
                  <a:pt x="0" y="318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任意多边形: 形状 58"/>
          <p:cNvSpPr/>
          <p:nvPr/>
        </p:nvSpPr>
        <p:spPr>
          <a:xfrm>
            <a:off x="609480" y="4809960"/>
            <a:ext cx="10973160" cy="1229040"/>
          </a:xfrm>
          <a:custGeom>
            <a:avLst/>
            <a:gdLst/>
            <a:ahLst/>
            <a:cxnLst/>
            <a:rect l="0" t="0" r="r" b="b"/>
            <a:pathLst>
              <a:path w="30481" h="3414">
                <a:moveTo>
                  <a:pt x="0" y="3202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3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2" y="43"/>
                  <a:pt x="94" y="36"/>
                </a:cubicBezTo>
                <a:cubicBezTo>
                  <a:pt x="105" y="28"/>
                  <a:pt x="118" y="21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1"/>
                  <a:pt x="30310" y="4"/>
                </a:cubicBezTo>
                <a:cubicBezTo>
                  <a:pt x="30324" y="7"/>
                  <a:pt x="30337" y="11"/>
                  <a:pt x="30350" y="16"/>
                </a:cubicBezTo>
                <a:cubicBezTo>
                  <a:pt x="30363" y="21"/>
                  <a:pt x="30375" y="28"/>
                  <a:pt x="30387" y="36"/>
                </a:cubicBezTo>
                <a:cubicBezTo>
                  <a:pt x="30398" y="43"/>
                  <a:pt x="30409" y="52"/>
                  <a:pt x="30419" y="62"/>
                </a:cubicBezTo>
                <a:cubicBezTo>
                  <a:pt x="30429" y="72"/>
                  <a:pt x="30437" y="82"/>
                  <a:pt x="30445" y="94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3"/>
                  <a:pt x="30474" y="157"/>
                  <a:pt x="30477" y="170"/>
                </a:cubicBezTo>
                <a:cubicBezTo>
                  <a:pt x="30479" y="184"/>
                  <a:pt x="30481" y="198"/>
                  <a:pt x="30481" y="212"/>
                </a:cubicBezTo>
                <a:lnTo>
                  <a:pt x="30481" y="3202"/>
                </a:lnTo>
                <a:cubicBezTo>
                  <a:pt x="30481" y="3216"/>
                  <a:pt x="30479" y="3230"/>
                  <a:pt x="30477" y="3244"/>
                </a:cubicBezTo>
                <a:cubicBezTo>
                  <a:pt x="30474" y="3257"/>
                  <a:pt x="30470" y="3271"/>
                  <a:pt x="30465" y="3283"/>
                </a:cubicBezTo>
                <a:cubicBezTo>
                  <a:pt x="30459" y="3296"/>
                  <a:pt x="30453" y="3308"/>
                  <a:pt x="30445" y="3320"/>
                </a:cubicBezTo>
                <a:cubicBezTo>
                  <a:pt x="30437" y="3332"/>
                  <a:pt x="30429" y="3342"/>
                  <a:pt x="30419" y="3352"/>
                </a:cubicBezTo>
                <a:cubicBezTo>
                  <a:pt x="30409" y="3362"/>
                  <a:pt x="30398" y="3371"/>
                  <a:pt x="30387" y="3378"/>
                </a:cubicBezTo>
                <a:cubicBezTo>
                  <a:pt x="30375" y="3386"/>
                  <a:pt x="30363" y="3393"/>
                  <a:pt x="30350" y="3398"/>
                </a:cubicBezTo>
                <a:cubicBezTo>
                  <a:pt x="30337" y="3403"/>
                  <a:pt x="30324" y="3407"/>
                  <a:pt x="30310" y="3410"/>
                </a:cubicBezTo>
                <a:cubicBezTo>
                  <a:pt x="30297" y="3413"/>
                  <a:pt x="30283" y="3414"/>
                  <a:pt x="30269" y="3414"/>
                </a:cubicBezTo>
                <a:lnTo>
                  <a:pt x="211" y="3414"/>
                </a:lnTo>
                <a:cubicBezTo>
                  <a:pt x="198" y="3414"/>
                  <a:pt x="184" y="3413"/>
                  <a:pt x="170" y="3410"/>
                </a:cubicBezTo>
                <a:cubicBezTo>
                  <a:pt x="157" y="3407"/>
                  <a:pt x="143" y="3403"/>
                  <a:pt x="130" y="3398"/>
                </a:cubicBezTo>
                <a:cubicBezTo>
                  <a:pt x="118" y="3393"/>
                  <a:pt x="105" y="3386"/>
                  <a:pt x="94" y="3378"/>
                </a:cubicBezTo>
                <a:cubicBezTo>
                  <a:pt x="82" y="3371"/>
                  <a:pt x="72" y="3362"/>
                  <a:pt x="62" y="3352"/>
                </a:cubicBezTo>
                <a:cubicBezTo>
                  <a:pt x="52" y="3342"/>
                  <a:pt x="43" y="3332"/>
                  <a:pt x="36" y="3320"/>
                </a:cubicBezTo>
                <a:cubicBezTo>
                  <a:pt x="28" y="3308"/>
                  <a:pt x="21" y="3296"/>
                  <a:pt x="16" y="3283"/>
                </a:cubicBezTo>
                <a:cubicBezTo>
                  <a:pt x="11" y="3271"/>
                  <a:pt x="7" y="3257"/>
                  <a:pt x="4" y="3244"/>
                </a:cubicBezTo>
                <a:cubicBezTo>
                  <a:pt x="1" y="3230"/>
                  <a:pt x="0" y="3216"/>
                  <a:pt x="0" y="3202"/>
                </a:cubicBezTo>
                <a:moveTo>
                  <a:pt x="106" y="3202"/>
                </a:moveTo>
                <a:lnTo>
                  <a:pt x="106" y="212"/>
                </a:lnTo>
                <a:cubicBezTo>
                  <a:pt x="106" y="199"/>
                  <a:pt x="106" y="187"/>
                  <a:pt x="108" y="175"/>
                </a:cubicBezTo>
                <a:cubicBezTo>
                  <a:pt x="109" y="164"/>
                  <a:pt x="111" y="152"/>
                  <a:pt x="114" y="141"/>
                </a:cubicBezTo>
                <a:cubicBezTo>
                  <a:pt x="116" y="130"/>
                  <a:pt x="120" y="119"/>
                  <a:pt x="124" y="109"/>
                </a:cubicBezTo>
                <a:cubicBezTo>
                  <a:pt x="127" y="99"/>
                  <a:pt x="132" y="89"/>
                  <a:pt x="137" y="81"/>
                </a:cubicBezTo>
                <a:cubicBezTo>
                  <a:pt x="142" y="72"/>
                  <a:pt x="147" y="64"/>
                  <a:pt x="153" y="58"/>
                </a:cubicBezTo>
                <a:cubicBezTo>
                  <a:pt x="158" y="51"/>
                  <a:pt x="165" y="45"/>
                  <a:pt x="171" y="41"/>
                </a:cubicBezTo>
                <a:cubicBezTo>
                  <a:pt x="177" y="36"/>
                  <a:pt x="184" y="32"/>
                  <a:pt x="191" y="30"/>
                </a:cubicBezTo>
                <a:cubicBezTo>
                  <a:pt x="198" y="28"/>
                  <a:pt x="205" y="26"/>
                  <a:pt x="211" y="26"/>
                </a:cubicBezTo>
                <a:lnTo>
                  <a:pt x="30269" y="26"/>
                </a:lnTo>
                <a:cubicBezTo>
                  <a:pt x="30281" y="26"/>
                  <a:pt x="30293" y="28"/>
                  <a:pt x="30305" y="30"/>
                </a:cubicBezTo>
                <a:cubicBezTo>
                  <a:pt x="30317" y="32"/>
                  <a:pt x="30329" y="36"/>
                  <a:pt x="30340" y="41"/>
                </a:cubicBezTo>
                <a:cubicBezTo>
                  <a:pt x="30351" y="45"/>
                  <a:pt x="30362" y="51"/>
                  <a:pt x="30372" y="58"/>
                </a:cubicBezTo>
                <a:cubicBezTo>
                  <a:pt x="30382" y="64"/>
                  <a:pt x="30392" y="72"/>
                  <a:pt x="30400" y="81"/>
                </a:cubicBezTo>
                <a:cubicBezTo>
                  <a:pt x="30409" y="89"/>
                  <a:pt x="30416" y="99"/>
                  <a:pt x="30423" y="109"/>
                </a:cubicBezTo>
                <a:cubicBezTo>
                  <a:pt x="30430" y="119"/>
                  <a:pt x="30436" y="130"/>
                  <a:pt x="30440" y="141"/>
                </a:cubicBezTo>
                <a:cubicBezTo>
                  <a:pt x="30445" y="152"/>
                  <a:pt x="30448" y="164"/>
                  <a:pt x="30451" y="175"/>
                </a:cubicBezTo>
                <a:cubicBezTo>
                  <a:pt x="30453" y="187"/>
                  <a:pt x="30454" y="199"/>
                  <a:pt x="30454" y="212"/>
                </a:cubicBezTo>
                <a:lnTo>
                  <a:pt x="30454" y="3202"/>
                </a:lnTo>
                <a:cubicBezTo>
                  <a:pt x="30454" y="3215"/>
                  <a:pt x="30453" y="3227"/>
                  <a:pt x="30451" y="3239"/>
                </a:cubicBezTo>
                <a:cubicBezTo>
                  <a:pt x="30448" y="3250"/>
                  <a:pt x="30445" y="3262"/>
                  <a:pt x="30440" y="3273"/>
                </a:cubicBezTo>
                <a:cubicBezTo>
                  <a:pt x="30436" y="3285"/>
                  <a:pt x="30430" y="3295"/>
                  <a:pt x="30423" y="3305"/>
                </a:cubicBezTo>
                <a:cubicBezTo>
                  <a:pt x="30416" y="3315"/>
                  <a:pt x="30409" y="3325"/>
                  <a:pt x="30400" y="3333"/>
                </a:cubicBezTo>
                <a:cubicBezTo>
                  <a:pt x="30392" y="3342"/>
                  <a:pt x="30382" y="3350"/>
                  <a:pt x="30372" y="3356"/>
                </a:cubicBezTo>
                <a:cubicBezTo>
                  <a:pt x="30362" y="3363"/>
                  <a:pt x="30351" y="3369"/>
                  <a:pt x="30340" y="3374"/>
                </a:cubicBezTo>
                <a:cubicBezTo>
                  <a:pt x="30329" y="3378"/>
                  <a:pt x="30317" y="3382"/>
                  <a:pt x="30305" y="3384"/>
                </a:cubicBezTo>
                <a:cubicBezTo>
                  <a:pt x="30293" y="3386"/>
                  <a:pt x="30281" y="3388"/>
                  <a:pt x="30269" y="3388"/>
                </a:cubicBezTo>
                <a:lnTo>
                  <a:pt x="211" y="3388"/>
                </a:lnTo>
                <a:cubicBezTo>
                  <a:pt x="205" y="3388"/>
                  <a:pt x="198" y="3386"/>
                  <a:pt x="191" y="3384"/>
                </a:cubicBezTo>
                <a:cubicBezTo>
                  <a:pt x="184" y="3382"/>
                  <a:pt x="177" y="3378"/>
                  <a:pt x="171" y="3374"/>
                </a:cubicBezTo>
                <a:cubicBezTo>
                  <a:pt x="165" y="3369"/>
                  <a:pt x="158" y="3363"/>
                  <a:pt x="153" y="3356"/>
                </a:cubicBezTo>
                <a:cubicBezTo>
                  <a:pt x="147" y="3350"/>
                  <a:pt x="142" y="3342"/>
                  <a:pt x="137" y="3333"/>
                </a:cubicBezTo>
                <a:cubicBezTo>
                  <a:pt x="132" y="3325"/>
                  <a:pt x="127" y="3315"/>
                  <a:pt x="124" y="3305"/>
                </a:cubicBezTo>
                <a:cubicBezTo>
                  <a:pt x="120" y="3295"/>
                  <a:pt x="116" y="3285"/>
                  <a:pt x="114" y="3273"/>
                </a:cubicBezTo>
                <a:cubicBezTo>
                  <a:pt x="111" y="3262"/>
                  <a:pt x="109" y="3250"/>
                  <a:pt x="108" y="3239"/>
                </a:cubicBezTo>
                <a:cubicBezTo>
                  <a:pt x="106" y="3227"/>
                  <a:pt x="106" y="3215"/>
                  <a:pt x="106" y="3202"/>
                </a:cubicBezTo>
                <a:close/>
              </a:path>
            </a:pathLst>
          </a:custGeom>
          <a:solidFill>
            <a:srgbClr val="6C757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876240" y="4116240"/>
            <a:ext cx="50292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数据源侧智能化守护程序，具备连接管理、变化感知、按需提取能力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76240" y="5083920"/>
            <a:ext cx="1005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管理挑战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876240" y="5583240"/>
            <a:ext cx="43586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探针数量增加导致的自动发现、状态监控、自适应调度问题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任意多边形: 形状 6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4" name="图片 63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图片 64"/>
          <p:cNvPicPr/>
          <p:nvPr/>
        </p:nvPicPr>
        <p:blipFill>
          <a:blip r:embed="rId3"/>
          <a:stretch/>
        </p:blipFill>
        <p:spPr>
          <a:xfrm>
            <a:off x="10477440" y="5381640"/>
            <a:ext cx="1904760" cy="14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任意多边形: 形状 65"/>
          <p:cNvSpPr/>
          <p:nvPr/>
        </p:nvSpPr>
        <p:spPr>
          <a:xfrm>
            <a:off x="609480" y="1257120"/>
            <a:ext cx="762120" cy="38520"/>
          </a:xfrm>
          <a:custGeom>
            <a:avLst/>
            <a:gdLst/>
            <a:ahLst/>
            <a:cxnLst/>
            <a:rect l="0" t="0" r="r" b="b"/>
            <a:pathLst>
              <a:path w="2117" h="107">
                <a:moveTo>
                  <a:pt x="0" y="54"/>
                </a:moveTo>
                <a:cubicBezTo>
                  <a:pt x="0" y="47"/>
                  <a:pt x="1" y="40"/>
                  <a:pt x="4" y="34"/>
                </a:cubicBezTo>
                <a:cubicBezTo>
                  <a:pt x="7" y="27"/>
                  <a:pt x="10" y="20"/>
                  <a:pt x="15" y="15"/>
                </a:cubicBezTo>
                <a:cubicBezTo>
                  <a:pt x="20" y="11"/>
                  <a:pt x="26" y="7"/>
                  <a:pt x="32" y="4"/>
                </a:cubicBezTo>
                <a:cubicBezTo>
                  <a:pt x="39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8" y="1"/>
                  <a:pt x="2085" y="4"/>
                </a:cubicBezTo>
                <a:cubicBezTo>
                  <a:pt x="2091" y="7"/>
                  <a:pt x="2097" y="11"/>
                  <a:pt x="2102" y="15"/>
                </a:cubicBezTo>
                <a:cubicBezTo>
                  <a:pt x="2107" y="20"/>
                  <a:pt x="2111" y="27"/>
                  <a:pt x="2113" y="34"/>
                </a:cubicBezTo>
                <a:cubicBezTo>
                  <a:pt x="2116" y="40"/>
                  <a:pt x="2117" y="47"/>
                  <a:pt x="2117" y="54"/>
                </a:cubicBezTo>
                <a:cubicBezTo>
                  <a:pt x="2117" y="61"/>
                  <a:pt x="2116" y="68"/>
                  <a:pt x="2113" y="74"/>
                </a:cubicBezTo>
                <a:cubicBezTo>
                  <a:pt x="2111" y="81"/>
                  <a:pt x="2107" y="86"/>
                  <a:pt x="2102" y="91"/>
                </a:cubicBezTo>
                <a:cubicBezTo>
                  <a:pt x="2097" y="96"/>
                  <a:pt x="2091" y="100"/>
                  <a:pt x="2085" y="103"/>
                </a:cubicBezTo>
                <a:cubicBezTo>
                  <a:pt x="2078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39" y="105"/>
                  <a:pt x="32" y="103"/>
                </a:cubicBezTo>
                <a:cubicBezTo>
                  <a:pt x="26" y="100"/>
                  <a:pt x="20" y="96"/>
                  <a:pt x="15" y="91"/>
                </a:cubicBezTo>
                <a:cubicBezTo>
                  <a:pt x="10" y="86"/>
                  <a:pt x="7" y="81"/>
                  <a:pt x="4" y="74"/>
                </a:cubicBezTo>
                <a:cubicBezTo>
                  <a:pt x="1" y="68"/>
                  <a:pt x="0" y="61"/>
                  <a:pt x="0" y="54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609480" y="522720"/>
            <a:ext cx="322707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000" b="1" i="0" u="none" strike="noStrike">
                <a:solidFill>
                  <a:srgbClr val="0A3D62"/>
                </a:solidFill>
                <a:effectLst/>
                <a:uFillTx/>
                <a:latin typeface="Noto Sans SC"/>
                <a:ea typeface="Noto Sans SC"/>
              </a:rPr>
              <a:t>选题目的及意义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任意多边形: 形状 67"/>
          <p:cNvSpPr/>
          <p:nvPr/>
        </p:nvSpPr>
        <p:spPr>
          <a:xfrm>
            <a:off x="685440" y="4838400"/>
            <a:ext cx="48240" cy="48240"/>
          </a:xfrm>
          <a:custGeom>
            <a:avLst/>
            <a:gdLst/>
            <a:ahLst/>
            <a:cxnLst/>
            <a:rect l="0" t="0" r="r" b="b"/>
            <a:pathLst>
              <a:path w="134" h="134">
                <a:moveTo>
                  <a:pt x="134" y="66"/>
                </a:moveTo>
                <a:cubicBezTo>
                  <a:pt x="134" y="75"/>
                  <a:pt x="132" y="84"/>
                  <a:pt x="129" y="93"/>
                </a:cubicBezTo>
                <a:cubicBezTo>
                  <a:pt x="125" y="101"/>
                  <a:pt x="121" y="108"/>
                  <a:pt x="114" y="114"/>
                </a:cubicBezTo>
                <a:cubicBezTo>
                  <a:pt x="108" y="120"/>
                  <a:pt x="101" y="125"/>
                  <a:pt x="93" y="129"/>
                </a:cubicBezTo>
                <a:cubicBezTo>
                  <a:pt x="85" y="132"/>
                  <a:pt x="76" y="134"/>
                  <a:pt x="68" y="134"/>
                </a:cubicBezTo>
                <a:cubicBezTo>
                  <a:pt x="59" y="134"/>
                  <a:pt x="50" y="132"/>
                  <a:pt x="42" y="129"/>
                </a:cubicBezTo>
                <a:cubicBezTo>
                  <a:pt x="34" y="125"/>
                  <a:pt x="27" y="120"/>
                  <a:pt x="21" y="114"/>
                </a:cubicBezTo>
                <a:cubicBezTo>
                  <a:pt x="15" y="108"/>
                  <a:pt x="9" y="101"/>
                  <a:pt x="6" y="93"/>
                </a:cubicBezTo>
                <a:cubicBezTo>
                  <a:pt x="2" y="84"/>
                  <a:pt x="0" y="75"/>
                  <a:pt x="0" y="66"/>
                </a:cubicBezTo>
                <a:cubicBezTo>
                  <a:pt x="0" y="58"/>
                  <a:pt x="2" y="49"/>
                  <a:pt x="6" y="41"/>
                </a:cubicBezTo>
                <a:cubicBezTo>
                  <a:pt x="9" y="33"/>
                  <a:pt x="15" y="26"/>
                  <a:pt x="21" y="20"/>
                </a:cubicBezTo>
                <a:cubicBezTo>
                  <a:pt x="27" y="14"/>
                  <a:pt x="34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ubicBezTo>
                  <a:pt x="76" y="0"/>
                  <a:pt x="85" y="2"/>
                  <a:pt x="93" y="5"/>
                </a:cubicBezTo>
                <a:cubicBezTo>
                  <a:pt x="101" y="9"/>
                  <a:pt x="108" y="14"/>
                  <a:pt x="114" y="20"/>
                </a:cubicBezTo>
                <a:cubicBezTo>
                  <a:pt x="121" y="26"/>
                  <a:pt x="125" y="33"/>
                  <a:pt x="129" y="41"/>
                </a:cubicBezTo>
                <a:cubicBezTo>
                  <a:pt x="132" y="49"/>
                  <a:pt x="134" y="58"/>
                  <a:pt x="134" y="66"/>
                </a:cubicBezTo>
                <a:close/>
              </a:path>
            </a:pathLst>
          </a:custGeom>
          <a:solidFill>
            <a:srgbClr val="6C757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609480" y="4264560"/>
            <a:ext cx="553212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1" i="0" u="none" strike="noStrike">
                <a:solidFill>
                  <a:srgbClr val="0A3D62"/>
                </a:solidFill>
                <a:effectLst/>
                <a:uFillTx/>
                <a:latin typeface="Noto Sans SC"/>
                <a:ea typeface="Noto Sans SC"/>
              </a:rPr>
              <a:t>目的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任意多边形: 形状 69"/>
          <p:cNvSpPr/>
          <p:nvPr/>
        </p:nvSpPr>
        <p:spPr>
          <a:xfrm>
            <a:off x="685440" y="5248080"/>
            <a:ext cx="48240" cy="47880"/>
          </a:xfrm>
          <a:custGeom>
            <a:avLst/>
            <a:gdLst/>
            <a:ahLst/>
            <a:cxnLst/>
            <a:rect l="0" t="0" r="r" b="b"/>
            <a:pathLst>
              <a:path w="134" h="133">
                <a:moveTo>
                  <a:pt x="134" y="67"/>
                </a:moveTo>
                <a:cubicBezTo>
                  <a:pt x="134" y="76"/>
                  <a:pt x="132" y="84"/>
                  <a:pt x="129" y="92"/>
                </a:cubicBezTo>
                <a:cubicBezTo>
                  <a:pt x="125" y="101"/>
                  <a:pt x="121" y="108"/>
                  <a:pt x="114" y="114"/>
                </a:cubicBezTo>
                <a:cubicBezTo>
                  <a:pt x="108" y="120"/>
                  <a:pt x="101" y="125"/>
                  <a:pt x="93" y="128"/>
                </a:cubicBezTo>
                <a:cubicBezTo>
                  <a:pt x="85" y="132"/>
                  <a:pt x="76" y="133"/>
                  <a:pt x="68" y="133"/>
                </a:cubicBezTo>
                <a:cubicBezTo>
                  <a:pt x="59" y="133"/>
                  <a:pt x="50" y="132"/>
                  <a:pt x="42" y="128"/>
                </a:cubicBezTo>
                <a:cubicBezTo>
                  <a:pt x="34" y="125"/>
                  <a:pt x="27" y="120"/>
                  <a:pt x="21" y="114"/>
                </a:cubicBezTo>
                <a:cubicBezTo>
                  <a:pt x="15" y="108"/>
                  <a:pt x="9" y="101"/>
                  <a:pt x="6" y="92"/>
                </a:cubicBezTo>
                <a:cubicBezTo>
                  <a:pt x="2" y="84"/>
                  <a:pt x="0" y="76"/>
                  <a:pt x="0" y="67"/>
                </a:cubicBezTo>
                <a:cubicBezTo>
                  <a:pt x="0" y="58"/>
                  <a:pt x="2" y="50"/>
                  <a:pt x="6" y="42"/>
                </a:cubicBezTo>
                <a:cubicBezTo>
                  <a:pt x="9" y="34"/>
                  <a:pt x="15" y="27"/>
                  <a:pt x="21" y="20"/>
                </a:cubicBezTo>
                <a:cubicBezTo>
                  <a:pt x="27" y="14"/>
                  <a:pt x="34" y="9"/>
                  <a:pt x="42" y="5"/>
                </a:cubicBezTo>
                <a:cubicBezTo>
                  <a:pt x="50" y="2"/>
                  <a:pt x="59" y="0"/>
                  <a:pt x="68" y="0"/>
                </a:cubicBezTo>
                <a:cubicBezTo>
                  <a:pt x="76" y="0"/>
                  <a:pt x="85" y="2"/>
                  <a:pt x="93" y="5"/>
                </a:cubicBezTo>
                <a:cubicBezTo>
                  <a:pt x="101" y="9"/>
                  <a:pt x="108" y="14"/>
                  <a:pt x="114" y="20"/>
                </a:cubicBezTo>
                <a:cubicBezTo>
                  <a:pt x="121" y="27"/>
                  <a:pt x="125" y="34"/>
                  <a:pt x="129" y="42"/>
                </a:cubicBezTo>
                <a:cubicBezTo>
                  <a:pt x="132" y="50"/>
                  <a:pt x="134" y="58"/>
                  <a:pt x="134" y="67"/>
                </a:cubicBezTo>
                <a:close/>
              </a:path>
            </a:pathLst>
          </a:custGeom>
          <a:solidFill>
            <a:srgbClr val="6C757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895320" y="4763880"/>
            <a:ext cx="4526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设计实现自适应数据探针管理系统，解决探针生存与调度问题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895320" y="5173560"/>
            <a:ext cx="5364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构建标准化管理框架，实现自动发现、远程配置、生命周期管理与性能监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85800" y="5430600"/>
            <a:ext cx="1676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控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任意多边形: 形状 73"/>
          <p:cNvSpPr/>
          <p:nvPr/>
        </p:nvSpPr>
        <p:spPr>
          <a:xfrm>
            <a:off x="6400440" y="4838400"/>
            <a:ext cx="48240" cy="48240"/>
          </a:xfrm>
          <a:custGeom>
            <a:avLst/>
            <a:gdLst/>
            <a:ahLst/>
            <a:cxnLst/>
            <a:rect l="0" t="0" r="r" b="b"/>
            <a:pathLst>
              <a:path w="134" h="134">
                <a:moveTo>
                  <a:pt x="134" y="66"/>
                </a:moveTo>
                <a:cubicBezTo>
                  <a:pt x="134" y="75"/>
                  <a:pt x="132" y="84"/>
                  <a:pt x="129" y="93"/>
                </a:cubicBezTo>
                <a:cubicBezTo>
                  <a:pt x="125" y="101"/>
                  <a:pt x="121" y="108"/>
                  <a:pt x="114" y="114"/>
                </a:cubicBezTo>
                <a:cubicBezTo>
                  <a:pt x="108" y="120"/>
                  <a:pt x="100" y="125"/>
                  <a:pt x="92" y="129"/>
                </a:cubicBezTo>
                <a:cubicBezTo>
                  <a:pt x="84" y="132"/>
                  <a:pt x="75" y="134"/>
                  <a:pt x="67" y="134"/>
                </a:cubicBezTo>
                <a:cubicBezTo>
                  <a:pt x="58" y="134"/>
                  <a:pt x="49" y="132"/>
                  <a:pt x="41" y="129"/>
                </a:cubicBezTo>
                <a:cubicBezTo>
                  <a:pt x="33" y="125"/>
                  <a:pt x="26" y="120"/>
                  <a:pt x="20" y="114"/>
                </a:cubicBezTo>
                <a:cubicBezTo>
                  <a:pt x="14" y="108"/>
                  <a:pt x="9" y="101"/>
                  <a:pt x="6" y="93"/>
                </a:cubicBezTo>
                <a:cubicBezTo>
                  <a:pt x="2" y="84"/>
                  <a:pt x="0" y="75"/>
                  <a:pt x="0" y="66"/>
                </a:cubicBezTo>
                <a:cubicBezTo>
                  <a:pt x="0" y="58"/>
                  <a:pt x="2" y="49"/>
                  <a:pt x="6" y="41"/>
                </a:cubicBezTo>
                <a:cubicBezTo>
                  <a:pt x="9" y="33"/>
                  <a:pt x="14" y="26"/>
                  <a:pt x="20" y="20"/>
                </a:cubicBezTo>
                <a:cubicBezTo>
                  <a:pt x="26" y="14"/>
                  <a:pt x="33" y="9"/>
                  <a:pt x="41" y="5"/>
                </a:cubicBezTo>
                <a:cubicBezTo>
                  <a:pt x="49" y="2"/>
                  <a:pt x="58" y="0"/>
                  <a:pt x="67" y="0"/>
                </a:cubicBezTo>
                <a:cubicBezTo>
                  <a:pt x="75" y="0"/>
                  <a:pt x="84" y="2"/>
                  <a:pt x="92" y="5"/>
                </a:cubicBezTo>
                <a:cubicBezTo>
                  <a:pt x="100" y="9"/>
                  <a:pt x="108" y="14"/>
                  <a:pt x="114" y="20"/>
                </a:cubicBezTo>
                <a:cubicBezTo>
                  <a:pt x="121" y="26"/>
                  <a:pt x="125" y="33"/>
                  <a:pt x="129" y="41"/>
                </a:cubicBezTo>
                <a:cubicBezTo>
                  <a:pt x="132" y="49"/>
                  <a:pt x="134" y="58"/>
                  <a:pt x="134" y="66"/>
                </a:cubicBezTo>
                <a:close/>
              </a:path>
            </a:pathLst>
          </a:custGeom>
          <a:solidFill>
            <a:srgbClr val="6C757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6324480" y="4264560"/>
            <a:ext cx="5029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i="0" u="none" strike="noStrike">
                <a:solidFill>
                  <a:srgbClr val="0A3D62"/>
                </a:solidFill>
                <a:effectLst/>
                <a:uFillTx/>
                <a:latin typeface="Noto Sans SC"/>
                <a:ea typeface="Noto Sans SC"/>
              </a:rPr>
              <a:t>意义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任意多边形: 形状 75"/>
          <p:cNvSpPr/>
          <p:nvPr/>
        </p:nvSpPr>
        <p:spPr>
          <a:xfrm>
            <a:off x="6400440" y="5248080"/>
            <a:ext cx="48240" cy="47880"/>
          </a:xfrm>
          <a:custGeom>
            <a:avLst/>
            <a:gdLst/>
            <a:ahLst/>
            <a:cxnLst/>
            <a:rect l="0" t="0" r="r" b="b"/>
            <a:pathLst>
              <a:path w="134" h="133">
                <a:moveTo>
                  <a:pt x="134" y="67"/>
                </a:moveTo>
                <a:cubicBezTo>
                  <a:pt x="134" y="76"/>
                  <a:pt x="132" y="84"/>
                  <a:pt x="129" y="92"/>
                </a:cubicBezTo>
                <a:cubicBezTo>
                  <a:pt x="125" y="101"/>
                  <a:pt x="121" y="108"/>
                  <a:pt x="114" y="114"/>
                </a:cubicBezTo>
                <a:cubicBezTo>
                  <a:pt x="108" y="120"/>
                  <a:pt x="100" y="125"/>
                  <a:pt x="92" y="128"/>
                </a:cubicBezTo>
                <a:cubicBezTo>
                  <a:pt x="84" y="132"/>
                  <a:pt x="75" y="133"/>
                  <a:pt x="67" y="133"/>
                </a:cubicBezTo>
                <a:cubicBezTo>
                  <a:pt x="58" y="133"/>
                  <a:pt x="49" y="132"/>
                  <a:pt x="41" y="128"/>
                </a:cubicBezTo>
                <a:cubicBezTo>
                  <a:pt x="33" y="125"/>
                  <a:pt x="26" y="120"/>
                  <a:pt x="20" y="114"/>
                </a:cubicBezTo>
                <a:cubicBezTo>
                  <a:pt x="14" y="108"/>
                  <a:pt x="9" y="101"/>
                  <a:pt x="6" y="92"/>
                </a:cubicBezTo>
                <a:cubicBezTo>
                  <a:pt x="2" y="84"/>
                  <a:pt x="0" y="76"/>
                  <a:pt x="0" y="67"/>
                </a:cubicBezTo>
                <a:cubicBezTo>
                  <a:pt x="0" y="58"/>
                  <a:pt x="2" y="50"/>
                  <a:pt x="6" y="42"/>
                </a:cubicBezTo>
                <a:cubicBezTo>
                  <a:pt x="9" y="34"/>
                  <a:pt x="14" y="27"/>
                  <a:pt x="20" y="20"/>
                </a:cubicBezTo>
                <a:cubicBezTo>
                  <a:pt x="26" y="14"/>
                  <a:pt x="33" y="9"/>
                  <a:pt x="41" y="5"/>
                </a:cubicBezTo>
                <a:cubicBezTo>
                  <a:pt x="49" y="2"/>
                  <a:pt x="58" y="0"/>
                  <a:pt x="67" y="0"/>
                </a:cubicBezTo>
                <a:cubicBezTo>
                  <a:pt x="75" y="0"/>
                  <a:pt x="84" y="2"/>
                  <a:pt x="92" y="5"/>
                </a:cubicBezTo>
                <a:cubicBezTo>
                  <a:pt x="100" y="9"/>
                  <a:pt x="108" y="14"/>
                  <a:pt x="114" y="20"/>
                </a:cubicBezTo>
                <a:cubicBezTo>
                  <a:pt x="121" y="27"/>
                  <a:pt x="125" y="34"/>
                  <a:pt x="129" y="42"/>
                </a:cubicBezTo>
                <a:cubicBezTo>
                  <a:pt x="132" y="50"/>
                  <a:pt x="134" y="58"/>
                  <a:pt x="134" y="67"/>
                </a:cubicBezTo>
                <a:close/>
              </a:path>
            </a:pathLst>
          </a:custGeom>
          <a:solidFill>
            <a:srgbClr val="6C757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6610320" y="4763880"/>
            <a:ext cx="26822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构建数据生态神经系统，降低耦合度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任意多边形: 形状 77"/>
          <p:cNvSpPr/>
          <p:nvPr/>
        </p:nvSpPr>
        <p:spPr>
          <a:xfrm>
            <a:off x="6400440" y="5657760"/>
            <a:ext cx="48240" cy="47880"/>
          </a:xfrm>
          <a:custGeom>
            <a:avLst/>
            <a:gdLst/>
            <a:ahLst/>
            <a:cxnLst/>
            <a:rect l="0" t="0" r="r" b="b"/>
            <a:pathLst>
              <a:path w="134" h="133">
                <a:moveTo>
                  <a:pt x="134" y="67"/>
                </a:moveTo>
                <a:cubicBezTo>
                  <a:pt x="134" y="76"/>
                  <a:pt x="132" y="84"/>
                  <a:pt x="129" y="92"/>
                </a:cubicBezTo>
                <a:cubicBezTo>
                  <a:pt x="125" y="100"/>
                  <a:pt x="121" y="107"/>
                  <a:pt x="114" y="114"/>
                </a:cubicBezTo>
                <a:cubicBezTo>
                  <a:pt x="108" y="120"/>
                  <a:pt x="100" y="125"/>
                  <a:pt x="92" y="128"/>
                </a:cubicBezTo>
                <a:cubicBezTo>
                  <a:pt x="84" y="131"/>
                  <a:pt x="75" y="133"/>
                  <a:pt x="67" y="133"/>
                </a:cubicBezTo>
                <a:cubicBezTo>
                  <a:pt x="58" y="133"/>
                  <a:pt x="49" y="131"/>
                  <a:pt x="41" y="128"/>
                </a:cubicBezTo>
                <a:cubicBezTo>
                  <a:pt x="33" y="125"/>
                  <a:pt x="26" y="120"/>
                  <a:pt x="20" y="114"/>
                </a:cubicBezTo>
                <a:cubicBezTo>
                  <a:pt x="14" y="107"/>
                  <a:pt x="9" y="100"/>
                  <a:pt x="6" y="92"/>
                </a:cubicBezTo>
                <a:cubicBezTo>
                  <a:pt x="2" y="84"/>
                  <a:pt x="0" y="76"/>
                  <a:pt x="0" y="67"/>
                </a:cubicBezTo>
                <a:cubicBezTo>
                  <a:pt x="0" y="57"/>
                  <a:pt x="2" y="49"/>
                  <a:pt x="6" y="41"/>
                </a:cubicBezTo>
                <a:cubicBezTo>
                  <a:pt x="9" y="32"/>
                  <a:pt x="14" y="25"/>
                  <a:pt x="20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49" y="1"/>
                  <a:pt x="58" y="0"/>
                  <a:pt x="67" y="0"/>
                </a:cubicBezTo>
                <a:cubicBezTo>
                  <a:pt x="75" y="0"/>
                  <a:pt x="84" y="1"/>
                  <a:pt x="92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1" y="25"/>
                  <a:pt x="125" y="32"/>
                  <a:pt x="129" y="41"/>
                </a:cubicBezTo>
                <a:cubicBezTo>
                  <a:pt x="132" y="49"/>
                  <a:pt x="134" y="57"/>
                  <a:pt x="134" y="67"/>
                </a:cubicBezTo>
                <a:close/>
              </a:path>
            </a:pathLst>
          </a:custGeom>
          <a:solidFill>
            <a:srgbClr val="6C757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610320" y="5173560"/>
            <a:ext cx="26822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提升运维自动化水平，降低部署成本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0" name="图片 79"/>
          <p:cNvPicPr/>
          <p:nvPr/>
        </p:nvPicPr>
        <p:blipFill>
          <a:blip r:embed="rId4"/>
          <a:stretch/>
        </p:blipFill>
        <p:spPr>
          <a:xfrm>
            <a:off x="609480" y="1746000"/>
            <a:ext cx="10972440" cy="210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文本框 80"/>
          <p:cNvSpPr txBox="1"/>
          <p:nvPr/>
        </p:nvSpPr>
        <p:spPr>
          <a:xfrm>
            <a:off x="6610320" y="5583240"/>
            <a:ext cx="2011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保障系统稳定性与资源平衡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任意多边形: 形状 8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3" name="图片 82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图片 83"/>
          <p:cNvPicPr/>
          <p:nvPr/>
        </p:nvPicPr>
        <p:blipFill>
          <a:blip r:embed="rId3"/>
          <a:stretch/>
        </p:blipFill>
        <p:spPr>
          <a:xfrm>
            <a:off x="10477440" y="5381640"/>
            <a:ext cx="1904760" cy="14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任意多边形: 形状 84"/>
          <p:cNvSpPr/>
          <p:nvPr/>
        </p:nvSpPr>
        <p:spPr>
          <a:xfrm>
            <a:off x="761760" y="1409400"/>
            <a:ext cx="762480" cy="38520"/>
          </a:xfrm>
          <a:custGeom>
            <a:avLst/>
            <a:gdLst/>
            <a:ahLst/>
            <a:cxn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4" y="34"/>
                </a:cubicBezTo>
                <a:cubicBezTo>
                  <a:pt x="7" y="28"/>
                  <a:pt x="11" y="21"/>
                  <a:pt x="16" y="16"/>
                </a:cubicBezTo>
                <a:cubicBezTo>
                  <a:pt x="21" y="11"/>
                  <a:pt x="26" y="7"/>
                  <a:pt x="33" y="4"/>
                </a:cubicBezTo>
                <a:cubicBezTo>
                  <a:pt x="39" y="2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2"/>
                  <a:pt x="2085" y="4"/>
                </a:cubicBezTo>
                <a:cubicBezTo>
                  <a:pt x="2092" y="7"/>
                  <a:pt x="2097" y="11"/>
                  <a:pt x="2102" y="16"/>
                </a:cubicBezTo>
                <a:cubicBezTo>
                  <a:pt x="2107" y="21"/>
                  <a:pt x="2111" y="28"/>
                  <a:pt x="2114" y="34"/>
                </a:cubicBezTo>
                <a:cubicBezTo>
                  <a:pt x="2116" y="40"/>
                  <a:pt x="2118" y="47"/>
                  <a:pt x="2118" y="54"/>
                </a:cubicBezTo>
                <a:cubicBezTo>
                  <a:pt x="2118" y="61"/>
                  <a:pt x="2116" y="68"/>
                  <a:pt x="2114" y="74"/>
                </a:cubicBezTo>
                <a:cubicBezTo>
                  <a:pt x="2111" y="81"/>
                  <a:pt x="2107" y="87"/>
                  <a:pt x="2102" y="92"/>
                </a:cubicBezTo>
                <a:cubicBezTo>
                  <a:pt x="2097" y="97"/>
                  <a:pt x="2092" y="100"/>
                  <a:pt x="2085" y="103"/>
                </a:cubicBezTo>
                <a:cubicBezTo>
                  <a:pt x="2079" y="106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39" y="106"/>
                  <a:pt x="33" y="103"/>
                </a:cubicBezTo>
                <a:cubicBezTo>
                  <a:pt x="26" y="100"/>
                  <a:pt x="21" y="97"/>
                  <a:pt x="16" y="92"/>
                </a:cubicBezTo>
                <a:cubicBezTo>
                  <a:pt x="11" y="87"/>
                  <a:pt x="7" y="81"/>
                  <a:pt x="4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任意多边形: 形状 85"/>
          <p:cNvSpPr/>
          <p:nvPr/>
        </p:nvSpPr>
        <p:spPr>
          <a:xfrm>
            <a:off x="780840" y="1985760"/>
            <a:ext cx="5082120" cy="1476720"/>
          </a:xfrm>
          <a:custGeom>
            <a:avLst/>
            <a:gdLst/>
            <a:ahLst/>
            <a:cxnLst/>
            <a:rect l="0" t="0" r="r" b="b"/>
            <a:pathLst>
              <a:path w="14117" h="4102">
                <a:moveTo>
                  <a:pt x="0" y="3904"/>
                </a:moveTo>
                <a:lnTo>
                  <a:pt x="0" y="198"/>
                </a:lnTo>
                <a:cubicBezTo>
                  <a:pt x="0" y="185"/>
                  <a:pt x="1" y="173"/>
                  <a:pt x="3" y="160"/>
                </a:cubicBezTo>
                <a:cubicBezTo>
                  <a:pt x="5" y="147"/>
                  <a:pt x="8" y="135"/>
                  <a:pt x="12" y="123"/>
                </a:cubicBezTo>
                <a:cubicBezTo>
                  <a:pt x="16" y="111"/>
                  <a:pt x="21" y="99"/>
                  <a:pt x="27" y="88"/>
                </a:cubicBezTo>
                <a:cubicBezTo>
                  <a:pt x="33" y="77"/>
                  <a:pt x="39" y="67"/>
                  <a:pt x="47" y="58"/>
                </a:cubicBezTo>
                <a:cubicBezTo>
                  <a:pt x="54" y="49"/>
                  <a:pt x="62" y="41"/>
                  <a:pt x="71" y="34"/>
                </a:cubicBezTo>
                <a:cubicBezTo>
                  <a:pt x="79" y="26"/>
                  <a:pt x="88" y="20"/>
                  <a:pt x="98" y="15"/>
                </a:cubicBezTo>
                <a:cubicBezTo>
                  <a:pt x="108" y="10"/>
                  <a:pt x="118" y="6"/>
                  <a:pt x="128" y="4"/>
                </a:cubicBezTo>
                <a:cubicBezTo>
                  <a:pt x="138" y="1"/>
                  <a:pt x="148" y="0"/>
                  <a:pt x="159" y="0"/>
                </a:cubicBezTo>
                <a:lnTo>
                  <a:pt x="13918" y="0"/>
                </a:lnTo>
                <a:cubicBezTo>
                  <a:pt x="13931" y="0"/>
                  <a:pt x="13944" y="1"/>
                  <a:pt x="13957" y="4"/>
                </a:cubicBezTo>
                <a:cubicBezTo>
                  <a:pt x="13970" y="6"/>
                  <a:pt x="13982" y="10"/>
                  <a:pt x="13994" y="15"/>
                </a:cubicBezTo>
                <a:cubicBezTo>
                  <a:pt x="14006" y="20"/>
                  <a:pt x="14018" y="26"/>
                  <a:pt x="14028" y="34"/>
                </a:cubicBezTo>
                <a:cubicBezTo>
                  <a:pt x="14039" y="41"/>
                  <a:pt x="14049" y="49"/>
                  <a:pt x="14058" y="58"/>
                </a:cubicBezTo>
                <a:cubicBezTo>
                  <a:pt x="14068" y="67"/>
                  <a:pt x="14076" y="77"/>
                  <a:pt x="14083" y="88"/>
                </a:cubicBezTo>
                <a:cubicBezTo>
                  <a:pt x="14090" y="99"/>
                  <a:pt x="14097" y="111"/>
                  <a:pt x="14101" y="123"/>
                </a:cubicBezTo>
                <a:cubicBezTo>
                  <a:pt x="14106" y="135"/>
                  <a:pt x="14110" y="147"/>
                  <a:pt x="14113" y="160"/>
                </a:cubicBezTo>
                <a:cubicBezTo>
                  <a:pt x="14115" y="173"/>
                  <a:pt x="14117" y="185"/>
                  <a:pt x="14117" y="198"/>
                </a:cubicBezTo>
                <a:lnTo>
                  <a:pt x="14117" y="3904"/>
                </a:lnTo>
                <a:cubicBezTo>
                  <a:pt x="14117" y="3917"/>
                  <a:pt x="14115" y="3930"/>
                  <a:pt x="14113" y="3942"/>
                </a:cubicBezTo>
                <a:cubicBezTo>
                  <a:pt x="14110" y="3955"/>
                  <a:pt x="14106" y="3968"/>
                  <a:pt x="14101" y="3980"/>
                </a:cubicBezTo>
                <a:cubicBezTo>
                  <a:pt x="14097" y="3992"/>
                  <a:pt x="14090" y="4003"/>
                  <a:pt x="14083" y="4014"/>
                </a:cubicBezTo>
                <a:cubicBezTo>
                  <a:pt x="14076" y="4025"/>
                  <a:pt x="14068" y="4035"/>
                  <a:pt x="14058" y="4044"/>
                </a:cubicBezTo>
                <a:cubicBezTo>
                  <a:pt x="14049" y="4053"/>
                  <a:pt x="14039" y="4061"/>
                  <a:pt x="14028" y="4069"/>
                </a:cubicBezTo>
                <a:cubicBezTo>
                  <a:pt x="14018" y="4076"/>
                  <a:pt x="14006" y="4082"/>
                  <a:pt x="13994" y="4087"/>
                </a:cubicBezTo>
                <a:cubicBezTo>
                  <a:pt x="13982" y="4092"/>
                  <a:pt x="13970" y="4096"/>
                  <a:pt x="13957" y="4098"/>
                </a:cubicBezTo>
                <a:cubicBezTo>
                  <a:pt x="13944" y="4101"/>
                  <a:pt x="13931" y="4102"/>
                  <a:pt x="13918" y="4102"/>
                </a:cubicBezTo>
                <a:lnTo>
                  <a:pt x="159" y="4102"/>
                </a:lnTo>
                <a:cubicBezTo>
                  <a:pt x="148" y="4102"/>
                  <a:pt x="138" y="4101"/>
                  <a:pt x="128" y="4098"/>
                </a:cubicBezTo>
                <a:cubicBezTo>
                  <a:pt x="118" y="4096"/>
                  <a:pt x="108" y="4092"/>
                  <a:pt x="98" y="4087"/>
                </a:cubicBezTo>
                <a:cubicBezTo>
                  <a:pt x="88" y="4082"/>
                  <a:pt x="79" y="4076"/>
                  <a:pt x="71" y="4069"/>
                </a:cubicBezTo>
                <a:cubicBezTo>
                  <a:pt x="62" y="4061"/>
                  <a:pt x="54" y="4053"/>
                  <a:pt x="47" y="4044"/>
                </a:cubicBezTo>
                <a:cubicBezTo>
                  <a:pt x="39" y="4035"/>
                  <a:pt x="33" y="4025"/>
                  <a:pt x="27" y="4014"/>
                </a:cubicBezTo>
                <a:cubicBezTo>
                  <a:pt x="21" y="4003"/>
                  <a:pt x="16" y="3992"/>
                  <a:pt x="12" y="3980"/>
                </a:cubicBezTo>
                <a:cubicBezTo>
                  <a:pt x="8" y="3968"/>
                  <a:pt x="5" y="3955"/>
                  <a:pt x="3" y="3942"/>
                </a:cubicBezTo>
                <a:cubicBezTo>
                  <a:pt x="1" y="3930"/>
                  <a:pt x="0" y="3917"/>
                  <a:pt x="0" y="390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任意多边形: 形状 86"/>
          <p:cNvSpPr/>
          <p:nvPr/>
        </p:nvSpPr>
        <p:spPr>
          <a:xfrm>
            <a:off x="761760" y="1981080"/>
            <a:ext cx="5105880" cy="1486080"/>
          </a:xfrm>
          <a:custGeom>
            <a:avLst/>
            <a:gdLst/>
            <a:ahLst/>
            <a:cxnLst/>
            <a:rect l="0" t="0" r="r" b="b"/>
            <a:pathLst>
              <a:path w="14183" h="4128">
                <a:moveTo>
                  <a:pt x="0" y="3917"/>
                </a:moveTo>
                <a:lnTo>
                  <a:pt x="0" y="211"/>
                </a:lnTo>
                <a:cubicBezTo>
                  <a:pt x="0" y="198"/>
                  <a:pt x="2" y="184"/>
                  <a:pt x="4" y="170"/>
                </a:cubicBezTo>
                <a:cubicBezTo>
                  <a:pt x="7" y="157"/>
                  <a:pt x="11" y="143"/>
                  <a:pt x="16" y="130"/>
                </a:cubicBezTo>
                <a:cubicBezTo>
                  <a:pt x="22" y="118"/>
                  <a:pt x="28" y="105"/>
                  <a:pt x="36" y="94"/>
                </a:cubicBezTo>
                <a:cubicBezTo>
                  <a:pt x="44" y="82"/>
                  <a:pt x="52" y="72"/>
                  <a:pt x="62" y="62"/>
                </a:cubicBezTo>
                <a:cubicBezTo>
                  <a:pt x="72" y="52"/>
                  <a:pt x="83" y="43"/>
                  <a:pt x="94" y="36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13971" y="0"/>
                </a:lnTo>
                <a:cubicBezTo>
                  <a:pt x="13985" y="0"/>
                  <a:pt x="13999" y="1"/>
                  <a:pt x="14012" y="4"/>
                </a:cubicBezTo>
                <a:cubicBezTo>
                  <a:pt x="14026" y="7"/>
                  <a:pt x="14039" y="11"/>
                  <a:pt x="14052" y="16"/>
                </a:cubicBezTo>
                <a:cubicBezTo>
                  <a:pt x="14065" y="21"/>
                  <a:pt x="14077" y="28"/>
                  <a:pt x="14089" y="36"/>
                </a:cubicBezTo>
                <a:cubicBezTo>
                  <a:pt x="14100" y="43"/>
                  <a:pt x="14111" y="52"/>
                  <a:pt x="14121" y="62"/>
                </a:cubicBezTo>
                <a:cubicBezTo>
                  <a:pt x="14131" y="72"/>
                  <a:pt x="14139" y="82"/>
                  <a:pt x="14147" y="94"/>
                </a:cubicBezTo>
                <a:cubicBezTo>
                  <a:pt x="14155" y="105"/>
                  <a:pt x="14161" y="118"/>
                  <a:pt x="14167" y="130"/>
                </a:cubicBezTo>
                <a:cubicBezTo>
                  <a:pt x="14172" y="143"/>
                  <a:pt x="14176" y="157"/>
                  <a:pt x="14179" y="170"/>
                </a:cubicBezTo>
                <a:cubicBezTo>
                  <a:pt x="14181" y="184"/>
                  <a:pt x="14183" y="198"/>
                  <a:pt x="14183" y="211"/>
                </a:cubicBezTo>
                <a:lnTo>
                  <a:pt x="14183" y="3917"/>
                </a:lnTo>
                <a:cubicBezTo>
                  <a:pt x="14183" y="3931"/>
                  <a:pt x="14181" y="3944"/>
                  <a:pt x="14179" y="3958"/>
                </a:cubicBezTo>
                <a:cubicBezTo>
                  <a:pt x="14176" y="3972"/>
                  <a:pt x="14172" y="3985"/>
                  <a:pt x="14167" y="3998"/>
                </a:cubicBezTo>
                <a:cubicBezTo>
                  <a:pt x="14161" y="4011"/>
                  <a:pt x="14155" y="4023"/>
                  <a:pt x="14147" y="4034"/>
                </a:cubicBezTo>
                <a:cubicBezTo>
                  <a:pt x="14139" y="4046"/>
                  <a:pt x="14131" y="4057"/>
                  <a:pt x="14121" y="4066"/>
                </a:cubicBezTo>
                <a:cubicBezTo>
                  <a:pt x="14111" y="4076"/>
                  <a:pt x="14100" y="4085"/>
                  <a:pt x="14089" y="4093"/>
                </a:cubicBezTo>
                <a:cubicBezTo>
                  <a:pt x="14077" y="4100"/>
                  <a:pt x="14065" y="4107"/>
                  <a:pt x="14052" y="4112"/>
                </a:cubicBezTo>
                <a:cubicBezTo>
                  <a:pt x="14039" y="4118"/>
                  <a:pt x="14026" y="4122"/>
                  <a:pt x="14012" y="4124"/>
                </a:cubicBezTo>
                <a:cubicBezTo>
                  <a:pt x="13999" y="4127"/>
                  <a:pt x="13985" y="4128"/>
                  <a:pt x="13971" y="4128"/>
                </a:cubicBezTo>
                <a:lnTo>
                  <a:pt x="212" y="4128"/>
                </a:lnTo>
                <a:cubicBezTo>
                  <a:pt x="198" y="4128"/>
                  <a:pt x="184" y="4127"/>
                  <a:pt x="171" y="4124"/>
                </a:cubicBezTo>
                <a:cubicBezTo>
                  <a:pt x="157" y="4122"/>
                  <a:pt x="144" y="4118"/>
                  <a:pt x="131" y="4112"/>
                </a:cubicBezTo>
                <a:cubicBezTo>
                  <a:pt x="118" y="4107"/>
                  <a:pt x="106" y="4100"/>
                  <a:pt x="94" y="4093"/>
                </a:cubicBezTo>
                <a:cubicBezTo>
                  <a:pt x="83" y="4085"/>
                  <a:pt x="72" y="4076"/>
                  <a:pt x="62" y="4066"/>
                </a:cubicBezTo>
                <a:cubicBezTo>
                  <a:pt x="52" y="4057"/>
                  <a:pt x="44" y="4046"/>
                  <a:pt x="36" y="4034"/>
                </a:cubicBezTo>
                <a:cubicBezTo>
                  <a:pt x="28" y="4023"/>
                  <a:pt x="22" y="4011"/>
                  <a:pt x="16" y="3998"/>
                </a:cubicBezTo>
                <a:cubicBezTo>
                  <a:pt x="11" y="3985"/>
                  <a:pt x="7" y="3972"/>
                  <a:pt x="4" y="3958"/>
                </a:cubicBezTo>
                <a:cubicBezTo>
                  <a:pt x="2" y="3944"/>
                  <a:pt x="0" y="3931"/>
                  <a:pt x="0" y="3917"/>
                </a:cubicBezTo>
                <a:moveTo>
                  <a:pt x="106" y="3917"/>
                </a:moveTo>
                <a:lnTo>
                  <a:pt x="106" y="211"/>
                </a:lnTo>
                <a:cubicBezTo>
                  <a:pt x="106" y="199"/>
                  <a:pt x="107" y="187"/>
                  <a:pt x="108" y="175"/>
                </a:cubicBezTo>
                <a:cubicBezTo>
                  <a:pt x="109" y="163"/>
                  <a:pt x="111" y="152"/>
                  <a:pt x="114" y="141"/>
                </a:cubicBezTo>
                <a:cubicBezTo>
                  <a:pt x="117" y="129"/>
                  <a:pt x="120" y="119"/>
                  <a:pt x="124" y="109"/>
                </a:cubicBezTo>
                <a:cubicBezTo>
                  <a:pt x="128" y="98"/>
                  <a:pt x="132" y="89"/>
                  <a:pt x="137" y="81"/>
                </a:cubicBezTo>
                <a:cubicBezTo>
                  <a:pt x="142" y="72"/>
                  <a:pt x="147" y="64"/>
                  <a:pt x="153" y="58"/>
                </a:cubicBezTo>
                <a:cubicBezTo>
                  <a:pt x="159" y="51"/>
                  <a:pt x="165" y="45"/>
                  <a:pt x="171" y="40"/>
                </a:cubicBezTo>
                <a:cubicBezTo>
                  <a:pt x="178" y="36"/>
                  <a:pt x="184" y="32"/>
                  <a:pt x="191" y="30"/>
                </a:cubicBezTo>
                <a:cubicBezTo>
                  <a:pt x="198" y="27"/>
                  <a:pt x="205" y="26"/>
                  <a:pt x="212" y="26"/>
                </a:cubicBezTo>
                <a:lnTo>
                  <a:pt x="13971" y="26"/>
                </a:lnTo>
                <a:cubicBezTo>
                  <a:pt x="13983" y="26"/>
                  <a:pt x="13995" y="27"/>
                  <a:pt x="14007" y="30"/>
                </a:cubicBezTo>
                <a:cubicBezTo>
                  <a:pt x="14019" y="32"/>
                  <a:pt x="14031" y="36"/>
                  <a:pt x="14042" y="40"/>
                </a:cubicBezTo>
                <a:cubicBezTo>
                  <a:pt x="14053" y="45"/>
                  <a:pt x="14064" y="51"/>
                  <a:pt x="14074" y="58"/>
                </a:cubicBezTo>
                <a:cubicBezTo>
                  <a:pt x="14084" y="64"/>
                  <a:pt x="14094" y="72"/>
                  <a:pt x="14102" y="81"/>
                </a:cubicBezTo>
                <a:cubicBezTo>
                  <a:pt x="14111" y="89"/>
                  <a:pt x="14118" y="98"/>
                  <a:pt x="14125" y="109"/>
                </a:cubicBezTo>
                <a:cubicBezTo>
                  <a:pt x="14132" y="119"/>
                  <a:pt x="14138" y="129"/>
                  <a:pt x="14142" y="141"/>
                </a:cubicBezTo>
                <a:cubicBezTo>
                  <a:pt x="14147" y="152"/>
                  <a:pt x="14150" y="163"/>
                  <a:pt x="14153" y="175"/>
                </a:cubicBezTo>
                <a:cubicBezTo>
                  <a:pt x="14155" y="187"/>
                  <a:pt x="14156" y="199"/>
                  <a:pt x="14156" y="211"/>
                </a:cubicBezTo>
                <a:lnTo>
                  <a:pt x="14156" y="3917"/>
                </a:lnTo>
                <a:cubicBezTo>
                  <a:pt x="14156" y="3929"/>
                  <a:pt x="14155" y="3941"/>
                  <a:pt x="14153" y="3953"/>
                </a:cubicBezTo>
                <a:cubicBezTo>
                  <a:pt x="14150" y="3965"/>
                  <a:pt x="14147" y="3976"/>
                  <a:pt x="14142" y="3988"/>
                </a:cubicBezTo>
                <a:cubicBezTo>
                  <a:pt x="14138" y="3999"/>
                  <a:pt x="14132" y="4009"/>
                  <a:pt x="14125" y="4020"/>
                </a:cubicBezTo>
                <a:cubicBezTo>
                  <a:pt x="14118" y="4030"/>
                  <a:pt x="14111" y="4039"/>
                  <a:pt x="14102" y="4048"/>
                </a:cubicBezTo>
                <a:cubicBezTo>
                  <a:pt x="14094" y="4056"/>
                  <a:pt x="14084" y="4064"/>
                  <a:pt x="14074" y="4071"/>
                </a:cubicBezTo>
                <a:cubicBezTo>
                  <a:pt x="14064" y="4077"/>
                  <a:pt x="14053" y="4083"/>
                  <a:pt x="14042" y="4088"/>
                </a:cubicBezTo>
                <a:cubicBezTo>
                  <a:pt x="14031" y="4092"/>
                  <a:pt x="14019" y="4096"/>
                  <a:pt x="14007" y="4098"/>
                </a:cubicBezTo>
                <a:cubicBezTo>
                  <a:pt x="13995" y="4101"/>
                  <a:pt x="13983" y="4102"/>
                  <a:pt x="13971" y="4102"/>
                </a:cubicBezTo>
                <a:lnTo>
                  <a:pt x="212" y="4102"/>
                </a:lnTo>
                <a:cubicBezTo>
                  <a:pt x="205" y="4102"/>
                  <a:pt x="198" y="4101"/>
                  <a:pt x="191" y="4098"/>
                </a:cubicBezTo>
                <a:cubicBezTo>
                  <a:pt x="184" y="4096"/>
                  <a:pt x="178" y="4092"/>
                  <a:pt x="171" y="4088"/>
                </a:cubicBezTo>
                <a:cubicBezTo>
                  <a:pt x="165" y="4083"/>
                  <a:pt x="159" y="4077"/>
                  <a:pt x="153" y="4071"/>
                </a:cubicBezTo>
                <a:cubicBezTo>
                  <a:pt x="147" y="4064"/>
                  <a:pt x="142" y="4056"/>
                  <a:pt x="137" y="4048"/>
                </a:cubicBezTo>
                <a:cubicBezTo>
                  <a:pt x="132" y="4039"/>
                  <a:pt x="128" y="4030"/>
                  <a:pt x="124" y="4020"/>
                </a:cubicBezTo>
                <a:cubicBezTo>
                  <a:pt x="120" y="4009"/>
                  <a:pt x="117" y="3999"/>
                  <a:pt x="114" y="3988"/>
                </a:cubicBezTo>
                <a:cubicBezTo>
                  <a:pt x="111" y="3976"/>
                  <a:pt x="109" y="3965"/>
                  <a:pt x="108" y="3953"/>
                </a:cubicBezTo>
                <a:cubicBezTo>
                  <a:pt x="107" y="3941"/>
                  <a:pt x="106" y="3929"/>
                  <a:pt x="106" y="3917"/>
                </a:cubicBezTo>
                <a:close/>
              </a:path>
            </a:pathLst>
          </a:custGeom>
          <a:solidFill>
            <a:srgbClr val="0A3D6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762120" y="675000"/>
            <a:ext cx="322707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000" b="1" i="0" u="none" strike="noStrike">
                <a:solidFill>
                  <a:srgbClr val="0A3D62"/>
                </a:solidFill>
                <a:effectLst/>
                <a:uFillTx/>
                <a:latin typeface="Noto Sans SC"/>
                <a:ea typeface="Noto Sans SC"/>
              </a:rPr>
              <a:t>国内外研究现状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1028520" y="2254680"/>
            <a:ext cx="1005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i="0" u="none" strike="noStrike">
                <a:solidFill>
                  <a:srgbClr val="0A3D62"/>
                </a:solidFill>
                <a:effectLst/>
                <a:uFillTx/>
                <a:latin typeface="Noto Sans SC"/>
                <a:ea typeface="Noto Sans SC"/>
              </a:rPr>
              <a:t>国外现状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1028520" y="2757600"/>
            <a:ext cx="10058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Apache NiFi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1858680" y="27540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2011320" y="2757600"/>
            <a:ext cx="7315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Logstash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2629800" y="2754000"/>
            <a:ext cx="3185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等工具功能强大，但部署重、资源消耗大，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任意多边形: 形状 93"/>
          <p:cNvSpPr/>
          <p:nvPr/>
        </p:nvSpPr>
        <p:spPr>
          <a:xfrm>
            <a:off x="780840" y="3776400"/>
            <a:ext cx="5082120" cy="1819800"/>
          </a:xfrm>
          <a:custGeom>
            <a:avLst/>
            <a:gdLst/>
            <a:ahLst/>
            <a:cxnLst/>
            <a:rect l="0" t="0" r="r" b="b"/>
            <a:pathLst>
              <a:path w="14117" h="5055">
                <a:moveTo>
                  <a:pt x="0" y="4856"/>
                </a:moveTo>
                <a:lnTo>
                  <a:pt x="0" y="199"/>
                </a:lnTo>
                <a:cubicBezTo>
                  <a:pt x="0" y="186"/>
                  <a:pt x="1" y="173"/>
                  <a:pt x="3" y="160"/>
                </a:cubicBezTo>
                <a:cubicBezTo>
                  <a:pt x="5" y="147"/>
                  <a:pt x="8" y="135"/>
                  <a:pt x="12" y="123"/>
                </a:cubicBezTo>
                <a:cubicBezTo>
                  <a:pt x="16" y="111"/>
                  <a:pt x="21" y="99"/>
                  <a:pt x="27" y="88"/>
                </a:cubicBezTo>
                <a:cubicBezTo>
                  <a:pt x="33" y="78"/>
                  <a:pt x="39" y="68"/>
                  <a:pt x="47" y="58"/>
                </a:cubicBezTo>
                <a:cubicBezTo>
                  <a:pt x="54" y="49"/>
                  <a:pt x="62" y="41"/>
                  <a:pt x="71" y="34"/>
                </a:cubicBezTo>
                <a:cubicBezTo>
                  <a:pt x="79" y="26"/>
                  <a:pt x="88" y="20"/>
                  <a:pt x="98" y="15"/>
                </a:cubicBezTo>
                <a:cubicBezTo>
                  <a:pt x="108" y="10"/>
                  <a:pt x="118" y="7"/>
                  <a:pt x="128" y="4"/>
                </a:cubicBezTo>
                <a:cubicBezTo>
                  <a:pt x="138" y="1"/>
                  <a:pt x="148" y="0"/>
                  <a:pt x="159" y="0"/>
                </a:cubicBezTo>
                <a:lnTo>
                  <a:pt x="13918" y="0"/>
                </a:lnTo>
                <a:cubicBezTo>
                  <a:pt x="13931" y="0"/>
                  <a:pt x="13944" y="1"/>
                  <a:pt x="13957" y="4"/>
                </a:cubicBezTo>
                <a:cubicBezTo>
                  <a:pt x="13970" y="7"/>
                  <a:pt x="13982" y="10"/>
                  <a:pt x="13994" y="15"/>
                </a:cubicBezTo>
                <a:cubicBezTo>
                  <a:pt x="14006" y="20"/>
                  <a:pt x="14018" y="26"/>
                  <a:pt x="14028" y="34"/>
                </a:cubicBezTo>
                <a:cubicBezTo>
                  <a:pt x="14039" y="41"/>
                  <a:pt x="14049" y="49"/>
                  <a:pt x="14058" y="58"/>
                </a:cubicBezTo>
                <a:cubicBezTo>
                  <a:pt x="14068" y="68"/>
                  <a:pt x="14076" y="78"/>
                  <a:pt x="14083" y="88"/>
                </a:cubicBezTo>
                <a:cubicBezTo>
                  <a:pt x="14090" y="99"/>
                  <a:pt x="14097" y="111"/>
                  <a:pt x="14101" y="123"/>
                </a:cubicBezTo>
                <a:cubicBezTo>
                  <a:pt x="14106" y="135"/>
                  <a:pt x="14110" y="147"/>
                  <a:pt x="14113" y="160"/>
                </a:cubicBezTo>
                <a:cubicBezTo>
                  <a:pt x="14115" y="173"/>
                  <a:pt x="14117" y="186"/>
                  <a:pt x="14117" y="199"/>
                </a:cubicBezTo>
                <a:lnTo>
                  <a:pt x="14117" y="4856"/>
                </a:lnTo>
                <a:cubicBezTo>
                  <a:pt x="14117" y="4869"/>
                  <a:pt x="14115" y="4882"/>
                  <a:pt x="14113" y="4895"/>
                </a:cubicBezTo>
                <a:cubicBezTo>
                  <a:pt x="14110" y="4908"/>
                  <a:pt x="14106" y="4920"/>
                  <a:pt x="14101" y="4932"/>
                </a:cubicBezTo>
                <a:cubicBezTo>
                  <a:pt x="14097" y="4944"/>
                  <a:pt x="14090" y="4956"/>
                  <a:pt x="14083" y="4967"/>
                </a:cubicBezTo>
                <a:cubicBezTo>
                  <a:pt x="14076" y="4977"/>
                  <a:pt x="14068" y="4987"/>
                  <a:pt x="14058" y="4997"/>
                </a:cubicBezTo>
                <a:cubicBezTo>
                  <a:pt x="14049" y="5006"/>
                  <a:pt x="14039" y="5014"/>
                  <a:pt x="14028" y="5021"/>
                </a:cubicBezTo>
                <a:cubicBezTo>
                  <a:pt x="14018" y="5029"/>
                  <a:pt x="14006" y="5035"/>
                  <a:pt x="13994" y="5040"/>
                </a:cubicBezTo>
                <a:cubicBezTo>
                  <a:pt x="13982" y="5045"/>
                  <a:pt x="13970" y="5048"/>
                  <a:pt x="13957" y="5051"/>
                </a:cubicBezTo>
                <a:cubicBezTo>
                  <a:pt x="13944" y="5053"/>
                  <a:pt x="13931" y="5055"/>
                  <a:pt x="13918" y="5055"/>
                </a:cubicBezTo>
                <a:lnTo>
                  <a:pt x="159" y="5055"/>
                </a:lnTo>
                <a:cubicBezTo>
                  <a:pt x="148" y="5055"/>
                  <a:pt x="138" y="5053"/>
                  <a:pt x="128" y="5051"/>
                </a:cubicBezTo>
                <a:cubicBezTo>
                  <a:pt x="118" y="5048"/>
                  <a:pt x="108" y="5045"/>
                  <a:pt x="98" y="5040"/>
                </a:cubicBezTo>
                <a:cubicBezTo>
                  <a:pt x="88" y="5035"/>
                  <a:pt x="79" y="5029"/>
                  <a:pt x="71" y="5021"/>
                </a:cubicBezTo>
                <a:cubicBezTo>
                  <a:pt x="62" y="5014"/>
                  <a:pt x="54" y="5006"/>
                  <a:pt x="47" y="4997"/>
                </a:cubicBezTo>
                <a:cubicBezTo>
                  <a:pt x="39" y="4987"/>
                  <a:pt x="33" y="4977"/>
                  <a:pt x="27" y="4967"/>
                </a:cubicBezTo>
                <a:cubicBezTo>
                  <a:pt x="21" y="4956"/>
                  <a:pt x="16" y="4944"/>
                  <a:pt x="12" y="4932"/>
                </a:cubicBezTo>
                <a:cubicBezTo>
                  <a:pt x="8" y="4920"/>
                  <a:pt x="5" y="4908"/>
                  <a:pt x="3" y="4895"/>
                </a:cubicBezTo>
                <a:cubicBezTo>
                  <a:pt x="1" y="4882"/>
                  <a:pt x="0" y="4869"/>
                  <a:pt x="0" y="48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任意多边形: 形状 94"/>
          <p:cNvSpPr/>
          <p:nvPr/>
        </p:nvSpPr>
        <p:spPr>
          <a:xfrm>
            <a:off x="761760" y="3771720"/>
            <a:ext cx="5105880" cy="1829160"/>
          </a:xfrm>
          <a:custGeom>
            <a:avLst/>
            <a:gdLst/>
            <a:ahLst/>
            <a:cxnLst/>
            <a:rect l="0" t="0" r="r" b="b"/>
            <a:pathLst>
              <a:path w="14183" h="5081">
                <a:moveTo>
                  <a:pt x="0" y="4869"/>
                </a:moveTo>
                <a:lnTo>
                  <a:pt x="0" y="212"/>
                </a:lnTo>
                <a:cubicBezTo>
                  <a:pt x="0" y="198"/>
                  <a:pt x="2" y="184"/>
                  <a:pt x="4" y="170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2"/>
                  <a:pt x="83" y="43"/>
                  <a:pt x="94" y="36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13971" y="0"/>
                </a:lnTo>
                <a:cubicBezTo>
                  <a:pt x="13985" y="0"/>
                  <a:pt x="13999" y="1"/>
                  <a:pt x="14012" y="4"/>
                </a:cubicBezTo>
                <a:cubicBezTo>
                  <a:pt x="14026" y="7"/>
                  <a:pt x="14039" y="11"/>
                  <a:pt x="14052" y="16"/>
                </a:cubicBezTo>
                <a:cubicBezTo>
                  <a:pt x="14065" y="21"/>
                  <a:pt x="14077" y="28"/>
                  <a:pt x="14089" y="36"/>
                </a:cubicBezTo>
                <a:cubicBezTo>
                  <a:pt x="14100" y="43"/>
                  <a:pt x="14111" y="52"/>
                  <a:pt x="14121" y="62"/>
                </a:cubicBezTo>
                <a:cubicBezTo>
                  <a:pt x="14131" y="72"/>
                  <a:pt x="14139" y="83"/>
                  <a:pt x="14147" y="94"/>
                </a:cubicBezTo>
                <a:cubicBezTo>
                  <a:pt x="14155" y="106"/>
                  <a:pt x="14161" y="118"/>
                  <a:pt x="14167" y="131"/>
                </a:cubicBezTo>
                <a:cubicBezTo>
                  <a:pt x="14172" y="144"/>
                  <a:pt x="14176" y="157"/>
                  <a:pt x="14179" y="170"/>
                </a:cubicBezTo>
                <a:cubicBezTo>
                  <a:pt x="14181" y="184"/>
                  <a:pt x="14183" y="198"/>
                  <a:pt x="14183" y="212"/>
                </a:cubicBezTo>
                <a:lnTo>
                  <a:pt x="14183" y="4869"/>
                </a:lnTo>
                <a:cubicBezTo>
                  <a:pt x="14183" y="4883"/>
                  <a:pt x="14181" y="4897"/>
                  <a:pt x="14179" y="4911"/>
                </a:cubicBezTo>
                <a:cubicBezTo>
                  <a:pt x="14176" y="4924"/>
                  <a:pt x="14172" y="4937"/>
                  <a:pt x="14167" y="4950"/>
                </a:cubicBezTo>
                <a:cubicBezTo>
                  <a:pt x="14161" y="4963"/>
                  <a:pt x="14155" y="4975"/>
                  <a:pt x="14147" y="4987"/>
                </a:cubicBezTo>
                <a:cubicBezTo>
                  <a:pt x="14139" y="4998"/>
                  <a:pt x="14131" y="5009"/>
                  <a:pt x="14121" y="5019"/>
                </a:cubicBezTo>
                <a:cubicBezTo>
                  <a:pt x="14111" y="5029"/>
                  <a:pt x="14100" y="5038"/>
                  <a:pt x="14089" y="5045"/>
                </a:cubicBezTo>
                <a:cubicBezTo>
                  <a:pt x="14077" y="5053"/>
                  <a:pt x="14065" y="5060"/>
                  <a:pt x="14052" y="5065"/>
                </a:cubicBezTo>
                <a:cubicBezTo>
                  <a:pt x="14039" y="5070"/>
                  <a:pt x="14026" y="5074"/>
                  <a:pt x="14012" y="5077"/>
                </a:cubicBezTo>
                <a:cubicBezTo>
                  <a:pt x="13999" y="5080"/>
                  <a:pt x="13985" y="5081"/>
                  <a:pt x="13971" y="5081"/>
                </a:cubicBezTo>
                <a:lnTo>
                  <a:pt x="212" y="5081"/>
                </a:lnTo>
                <a:cubicBezTo>
                  <a:pt x="198" y="5081"/>
                  <a:pt x="184" y="5080"/>
                  <a:pt x="171" y="5077"/>
                </a:cubicBezTo>
                <a:cubicBezTo>
                  <a:pt x="157" y="5074"/>
                  <a:pt x="144" y="5070"/>
                  <a:pt x="131" y="5065"/>
                </a:cubicBezTo>
                <a:cubicBezTo>
                  <a:pt x="118" y="5060"/>
                  <a:pt x="106" y="5053"/>
                  <a:pt x="94" y="5045"/>
                </a:cubicBezTo>
                <a:cubicBezTo>
                  <a:pt x="83" y="5038"/>
                  <a:pt x="72" y="5029"/>
                  <a:pt x="62" y="5019"/>
                </a:cubicBezTo>
                <a:cubicBezTo>
                  <a:pt x="52" y="5009"/>
                  <a:pt x="44" y="4998"/>
                  <a:pt x="36" y="4987"/>
                </a:cubicBezTo>
                <a:cubicBezTo>
                  <a:pt x="28" y="4975"/>
                  <a:pt x="22" y="4963"/>
                  <a:pt x="16" y="4950"/>
                </a:cubicBezTo>
                <a:cubicBezTo>
                  <a:pt x="11" y="4937"/>
                  <a:pt x="7" y="4924"/>
                  <a:pt x="4" y="4911"/>
                </a:cubicBezTo>
                <a:cubicBezTo>
                  <a:pt x="2" y="4897"/>
                  <a:pt x="0" y="4883"/>
                  <a:pt x="0" y="4869"/>
                </a:cubicBezTo>
                <a:moveTo>
                  <a:pt x="106" y="4869"/>
                </a:moveTo>
                <a:lnTo>
                  <a:pt x="106" y="212"/>
                </a:lnTo>
                <a:cubicBezTo>
                  <a:pt x="106" y="200"/>
                  <a:pt x="107" y="187"/>
                  <a:pt x="108" y="176"/>
                </a:cubicBezTo>
                <a:cubicBezTo>
                  <a:pt x="109" y="164"/>
                  <a:pt x="111" y="152"/>
                  <a:pt x="114" y="141"/>
                </a:cubicBezTo>
                <a:cubicBezTo>
                  <a:pt x="117" y="130"/>
                  <a:pt x="120" y="119"/>
                  <a:pt x="124" y="109"/>
                </a:cubicBezTo>
                <a:cubicBezTo>
                  <a:pt x="128" y="99"/>
                  <a:pt x="132" y="89"/>
                  <a:pt x="137" y="81"/>
                </a:cubicBezTo>
                <a:cubicBezTo>
                  <a:pt x="142" y="72"/>
                  <a:pt x="147" y="64"/>
                  <a:pt x="153" y="58"/>
                </a:cubicBezTo>
                <a:cubicBezTo>
                  <a:pt x="159" y="51"/>
                  <a:pt x="165" y="45"/>
                  <a:pt x="171" y="41"/>
                </a:cubicBezTo>
                <a:cubicBezTo>
                  <a:pt x="178" y="36"/>
                  <a:pt x="184" y="32"/>
                  <a:pt x="191" y="30"/>
                </a:cubicBezTo>
                <a:cubicBezTo>
                  <a:pt x="198" y="28"/>
                  <a:pt x="205" y="26"/>
                  <a:pt x="212" y="26"/>
                </a:cubicBezTo>
                <a:lnTo>
                  <a:pt x="13971" y="26"/>
                </a:lnTo>
                <a:cubicBezTo>
                  <a:pt x="13983" y="26"/>
                  <a:pt x="13995" y="28"/>
                  <a:pt x="14007" y="30"/>
                </a:cubicBezTo>
                <a:cubicBezTo>
                  <a:pt x="14019" y="32"/>
                  <a:pt x="14031" y="36"/>
                  <a:pt x="14042" y="41"/>
                </a:cubicBezTo>
                <a:cubicBezTo>
                  <a:pt x="14053" y="45"/>
                  <a:pt x="14064" y="51"/>
                  <a:pt x="14074" y="58"/>
                </a:cubicBezTo>
                <a:cubicBezTo>
                  <a:pt x="14084" y="64"/>
                  <a:pt x="14094" y="72"/>
                  <a:pt x="14102" y="81"/>
                </a:cubicBezTo>
                <a:cubicBezTo>
                  <a:pt x="14111" y="89"/>
                  <a:pt x="14118" y="99"/>
                  <a:pt x="14125" y="109"/>
                </a:cubicBezTo>
                <a:cubicBezTo>
                  <a:pt x="14132" y="119"/>
                  <a:pt x="14138" y="130"/>
                  <a:pt x="14142" y="141"/>
                </a:cubicBezTo>
                <a:cubicBezTo>
                  <a:pt x="14147" y="152"/>
                  <a:pt x="14150" y="164"/>
                  <a:pt x="14153" y="176"/>
                </a:cubicBezTo>
                <a:cubicBezTo>
                  <a:pt x="14155" y="187"/>
                  <a:pt x="14156" y="200"/>
                  <a:pt x="14156" y="212"/>
                </a:cubicBezTo>
                <a:lnTo>
                  <a:pt x="14156" y="4869"/>
                </a:lnTo>
                <a:cubicBezTo>
                  <a:pt x="14156" y="4881"/>
                  <a:pt x="14155" y="4894"/>
                  <a:pt x="14153" y="4905"/>
                </a:cubicBezTo>
                <a:cubicBezTo>
                  <a:pt x="14150" y="4917"/>
                  <a:pt x="14147" y="4929"/>
                  <a:pt x="14142" y="4940"/>
                </a:cubicBezTo>
                <a:cubicBezTo>
                  <a:pt x="14138" y="4951"/>
                  <a:pt x="14132" y="4962"/>
                  <a:pt x="14125" y="4972"/>
                </a:cubicBezTo>
                <a:cubicBezTo>
                  <a:pt x="14118" y="4982"/>
                  <a:pt x="14111" y="4992"/>
                  <a:pt x="14102" y="5000"/>
                </a:cubicBezTo>
                <a:cubicBezTo>
                  <a:pt x="14094" y="5009"/>
                  <a:pt x="14084" y="5017"/>
                  <a:pt x="14074" y="5023"/>
                </a:cubicBezTo>
                <a:cubicBezTo>
                  <a:pt x="14064" y="5030"/>
                  <a:pt x="14053" y="5036"/>
                  <a:pt x="14042" y="5040"/>
                </a:cubicBezTo>
                <a:cubicBezTo>
                  <a:pt x="14031" y="5045"/>
                  <a:pt x="14019" y="5049"/>
                  <a:pt x="14007" y="5051"/>
                </a:cubicBezTo>
                <a:cubicBezTo>
                  <a:pt x="13995" y="5053"/>
                  <a:pt x="13983" y="5055"/>
                  <a:pt x="13971" y="5055"/>
                </a:cubicBezTo>
                <a:lnTo>
                  <a:pt x="212" y="5055"/>
                </a:lnTo>
                <a:cubicBezTo>
                  <a:pt x="205" y="5055"/>
                  <a:pt x="198" y="5053"/>
                  <a:pt x="191" y="5051"/>
                </a:cubicBezTo>
                <a:cubicBezTo>
                  <a:pt x="184" y="5049"/>
                  <a:pt x="178" y="5045"/>
                  <a:pt x="171" y="5040"/>
                </a:cubicBezTo>
                <a:cubicBezTo>
                  <a:pt x="165" y="5036"/>
                  <a:pt x="159" y="5030"/>
                  <a:pt x="153" y="5023"/>
                </a:cubicBezTo>
                <a:cubicBezTo>
                  <a:pt x="147" y="5017"/>
                  <a:pt x="142" y="5009"/>
                  <a:pt x="137" y="5000"/>
                </a:cubicBezTo>
                <a:cubicBezTo>
                  <a:pt x="132" y="4992"/>
                  <a:pt x="128" y="4982"/>
                  <a:pt x="124" y="4972"/>
                </a:cubicBezTo>
                <a:cubicBezTo>
                  <a:pt x="120" y="4962"/>
                  <a:pt x="117" y="4951"/>
                  <a:pt x="114" y="4940"/>
                </a:cubicBezTo>
                <a:cubicBezTo>
                  <a:pt x="111" y="4929"/>
                  <a:pt x="109" y="4917"/>
                  <a:pt x="108" y="4905"/>
                </a:cubicBezTo>
                <a:cubicBezTo>
                  <a:pt x="107" y="4894"/>
                  <a:pt x="106" y="4881"/>
                  <a:pt x="106" y="4869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1028520" y="3011400"/>
            <a:ext cx="1676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轻量级探针管理支持弱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任意多边形: 形状 96"/>
          <p:cNvSpPr/>
          <p:nvPr/>
        </p:nvSpPr>
        <p:spPr>
          <a:xfrm>
            <a:off x="1028520" y="4619520"/>
            <a:ext cx="47880" cy="47880"/>
          </a:xfrm>
          <a:custGeom>
            <a:avLst/>
            <a:gdLst/>
            <a:ahLst/>
            <a:cxn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2" y="84"/>
                  <a:pt x="128" y="92"/>
                </a:cubicBezTo>
                <a:cubicBezTo>
                  <a:pt x="125" y="100"/>
                  <a:pt x="120" y="108"/>
                  <a:pt x="114" y="114"/>
                </a:cubicBezTo>
                <a:cubicBezTo>
                  <a:pt x="107" y="120"/>
                  <a:pt x="100" y="125"/>
                  <a:pt x="91" y="128"/>
                </a:cubicBezTo>
                <a:cubicBezTo>
                  <a:pt x="83" y="131"/>
                  <a:pt x="75" y="133"/>
                  <a:pt x="66" y="133"/>
                </a:cubicBezTo>
                <a:cubicBezTo>
                  <a:pt x="57" y="133"/>
                  <a:pt x="49" y="131"/>
                  <a:pt x="41" y="128"/>
                </a:cubicBezTo>
                <a:cubicBezTo>
                  <a:pt x="33" y="125"/>
                  <a:pt x="26" y="120"/>
                  <a:pt x="19" y="114"/>
                </a:cubicBezTo>
                <a:cubicBezTo>
                  <a:pt x="13" y="108"/>
                  <a:pt x="8" y="100"/>
                  <a:pt x="5" y="92"/>
                </a:cubicBezTo>
                <a:cubicBezTo>
                  <a:pt x="2" y="84"/>
                  <a:pt x="0" y="76"/>
                  <a:pt x="0" y="67"/>
                </a:cubicBezTo>
                <a:cubicBezTo>
                  <a:pt x="0" y="58"/>
                  <a:pt x="2" y="50"/>
                  <a:pt x="5" y="42"/>
                </a:cubicBezTo>
                <a:cubicBezTo>
                  <a:pt x="8" y="33"/>
                  <a:pt x="13" y="25"/>
                  <a:pt x="19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49" y="1"/>
                  <a:pt x="57" y="0"/>
                  <a:pt x="66" y="0"/>
                </a:cubicBezTo>
                <a:cubicBezTo>
                  <a:pt x="75" y="0"/>
                  <a:pt x="83" y="1"/>
                  <a:pt x="91" y="5"/>
                </a:cubicBezTo>
                <a:cubicBezTo>
                  <a:pt x="100" y="8"/>
                  <a:pt x="107" y="13"/>
                  <a:pt x="114" y="19"/>
                </a:cubicBezTo>
                <a:cubicBezTo>
                  <a:pt x="120" y="25"/>
                  <a:pt x="125" y="33"/>
                  <a:pt x="128" y="42"/>
                </a:cubicBezTo>
                <a:cubicBezTo>
                  <a:pt x="132" y="50"/>
                  <a:pt x="133" y="58"/>
                  <a:pt x="133" y="67"/>
                </a:cubicBezTo>
                <a:close/>
              </a:path>
            </a:pathLst>
          </a:custGeom>
          <a:solidFill>
            <a:srgbClr val="6C757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1028520" y="4045680"/>
            <a:ext cx="1005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国内现状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1238400" y="4545000"/>
            <a:ext cx="4693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华为、阿里等云厂商的边缘计算节点管理服务封闭性强、依赖特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任意多边形: 形状 99"/>
          <p:cNvSpPr/>
          <p:nvPr/>
        </p:nvSpPr>
        <p:spPr>
          <a:xfrm>
            <a:off x="1028520" y="5219640"/>
            <a:ext cx="47880" cy="47880"/>
          </a:xfrm>
          <a:custGeom>
            <a:avLst/>
            <a:gdLst/>
            <a:ahLst/>
            <a:cxnLst/>
            <a:rect l="0" t="0" r="r" b="b"/>
            <a:pathLst>
              <a:path w="133" h="133">
                <a:moveTo>
                  <a:pt x="133" y="66"/>
                </a:moveTo>
                <a:cubicBezTo>
                  <a:pt x="133" y="75"/>
                  <a:pt x="132" y="83"/>
                  <a:pt x="128" y="92"/>
                </a:cubicBezTo>
                <a:cubicBezTo>
                  <a:pt x="125" y="100"/>
                  <a:pt x="120" y="107"/>
                  <a:pt x="114" y="114"/>
                </a:cubicBezTo>
                <a:cubicBezTo>
                  <a:pt x="107" y="120"/>
                  <a:pt x="100" y="125"/>
                  <a:pt x="91" y="128"/>
                </a:cubicBezTo>
                <a:cubicBezTo>
                  <a:pt x="83" y="131"/>
                  <a:pt x="75" y="133"/>
                  <a:pt x="66" y="133"/>
                </a:cubicBezTo>
                <a:cubicBezTo>
                  <a:pt x="57" y="133"/>
                  <a:pt x="49" y="131"/>
                  <a:pt x="41" y="128"/>
                </a:cubicBezTo>
                <a:cubicBezTo>
                  <a:pt x="33" y="125"/>
                  <a:pt x="26" y="120"/>
                  <a:pt x="19" y="114"/>
                </a:cubicBezTo>
                <a:cubicBezTo>
                  <a:pt x="13" y="107"/>
                  <a:pt x="8" y="100"/>
                  <a:pt x="5" y="92"/>
                </a:cubicBezTo>
                <a:cubicBezTo>
                  <a:pt x="2" y="83"/>
                  <a:pt x="0" y="75"/>
                  <a:pt x="0" y="66"/>
                </a:cubicBezTo>
                <a:cubicBezTo>
                  <a:pt x="0" y="57"/>
                  <a:pt x="2" y="49"/>
                  <a:pt x="5" y="40"/>
                </a:cubicBezTo>
                <a:cubicBezTo>
                  <a:pt x="8" y="32"/>
                  <a:pt x="13" y="25"/>
                  <a:pt x="19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49" y="1"/>
                  <a:pt x="57" y="0"/>
                  <a:pt x="66" y="0"/>
                </a:cubicBezTo>
                <a:cubicBezTo>
                  <a:pt x="75" y="0"/>
                  <a:pt x="83" y="1"/>
                  <a:pt x="91" y="5"/>
                </a:cubicBezTo>
                <a:cubicBezTo>
                  <a:pt x="100" y="8"/>
                  <a:pt x="107" y="13"/>
                  <a:pt x="114" y="19"/>
                </a:cubicBezTo>
                <a:cubicBezTo>
                  <a:pt x="120" y="25"/>
                  <a:pt x="125" y="32"/>
                  <a:pt x="128" y="40"/>
                </a:cubicBezTo>
                <a:cubicBezTo>
                  <a:pt x="132" y="49"/>
                  <a:pt x="133" y="57"/>
                  <a:pt x="133" y="66"/>
                </a:cubicBezTo>
                <a:close/>
              </a:path>
            </a:pathLst>
          </a:custGeom>
          <a:solidFill>
            <a:srgbClr val="6C757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028520" y="4811400"/>
            <a:ext cx="502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定生态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4"/>
          <a:stretch/>
        </p:blipFill>
        <p:spPr>
          <a:xfrm>
            <a:off x="6743520" y="1977120"/>
            <a:ext cx="4266720" cy="412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文本框 102"/>
          <p:cNvSpPr txBox="1"/>
          <p:nvPr/>
        </p:nvSpPr>
        <p:spPr>
          <a:xfrm>
            <a:off x="1238400" y="5145120"/>
            <a:ext cx="3855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多数企业仍采用分散脚本管理，缺乏统一可视化平台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任意多边形: 形状 10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5" name="图片 104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图片 105"/>
          <p:cNvPicPr/>
          <p:nvPr/>
        </p:nvPicPr>
        <p:blipFill>
          <a:blip r:embed="rId3"/>
          <a:stretch/>
        </p:blipFill>
        <p:spPr>
          <a:xfrm>
            <a:off x="10477440" y="5381640"/>
            <a:ext cx="1904760" cy="14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任意多边形: 形状 106"/>
          <p:cNvSpPr/>
          <p:nvPr/>
        </p:nvSpPr>
        <p:spPr>
          <a:xfrm>
            <a:off x="609480" y="1409400"/>
            <a:ext cx="762120" cy="38520"/>
          </a:xfrm>
          <a:custGeom>
            <a:avLst/>
            <a:gdLst/>
            <a:ahLst/>
            <a:cxnLst/>
            <a:rect l="0" t="0" r="r" b="b"/>
            <a:pathLst>
              <a:path w="2117" h="107">
                <a:moveTo>
                  <a:pt x="0" y="54"/>
                </a:moveTo>
                <a:cubicBezTo>
                  <a:pt x="0" y="47"/>
                  <a:pt x="1" y="40"/>
                  <a:pt x="4" y="34"/>
                </a:cubicBezTo>
                <a:cubicBezTo>
                  <a:pt x="7" y="28"/>
                  <a:pt x="10" y="21"/>
                  <a:pt x="15" y="16"/>
                </a:cubicBezTo>
                <a:cubicBezTo>
                  <a:pt x="20" y="11"/>
                  <a:pt x="26" y="7"/>
                  <a:pt x="32" y="4"/>
                </a:cubicBezTo>
                <a:cubicBezTo>
                  <a:pt x="39" y="2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8" y="2"/>
                  <a:pt x="2085" y="4"/>
                </a:cubicBezTo>
                <a:cubicBezTo>
                  <a:pt x="2091" y="7"/>
                  <a:pt x="2097" y="11"/>
                  <a:pt x="2102" y="16"/>
                </a:cubicBezTo>
                <a:cubicBezTo>
                  <a:pt x="2107" y="21"/>
                  <a:pt x="2111" y="28"/>
                  <a:pt x="2113" y="34"/>
                </a:cubicBezTo>
                <a:cubicBezTo>
                  <a:pt x="2116" y="40"/>
                  <a:pt x="2117" y="47"/>
                  <a:pt x="2117" y="54"/>
                </a:cubicBezTo>
                <a:cubicBezTo>
                  <a:pt x="2117" y="61"/>
                  <a:pt x="2116" y="68"/>
                  <a:pt x="2113" y="74"/>
                </a:cubicBezTo>
                <a:cubicBezTo>
                  <a:pt x="2111" y="81"/>
                  <a:pt x="2107" y="87"/>
                  <a:pt x="2102" y="92"/>
                </a:cubicBezTo>
                <a:cubicBezTo>
                  <a:pt x="2097" y="97"/>
                  <a:pt x="2091" y="100"/>
                  <a:pt x="2085" y="103"/>
                </a:cubicBezTo>
                <a:cubicBezTo>
                  <a:pt x="2078" y="106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39" y="106"/>
                  <a:pt x="32" y="103"/>
                </a:cubicBezTo>
                <a:cubicBezTo>
                  <a:pt x="26" y="100"/>
                  <a:pt x="20" y="97"/>
                  <a:pt x="15" y="92"/>
                </a:cubicBezTo>
                <a:cubicBezTo>
                  <a:pt x="10" y="87"/>
                  <a:pt x="7" y="81"/>
                  <a:pt x="4" y="74"/>
                </a:cubicBezTo>
                <a:cubicBezTo>
                  <a:pt x="1" y="68"/>
                  <a:pt x="0" y="61"/>
                  <a:pt x="0" y="54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任意多边形: 形状 107"/>
          <p:cNvSpPr/>
          <p:nvPr/>
        </p:nvSpPr>
        <p:spPr>
          <a:xfrm>
            <a:off x="628560" y="1661760"/>
            <a:ext cx="10949400" cy="1371960"/>
          </a:xfrm>
          <a:custGeom>
            <a:avLst/>
            <a:gdLst/>
            <a:ahLst/>
            <a:cxnLst/>
            <a:rect l="0" t="0" r="r" b="b"/>
            <a:pathLst>
              <a:path w="30415" h="3811">
                <a:moveTo>
                  <a:pt x="0" y="3613"/>
                </a:moveTo>
                <a:lnTo>
                  <a:pt x="0" y="199"/>
                </a:lnTo>
                <a:cubicBezTo>
                  <a:pt x="0" y="186"/>
                  <a:pt x="1" y="173"/>
                  <a:pt x="3" y="160"/>
                </a:cubicBezTo>
                <a:cubicBezTo>
                  <a:pt x="5" y="147"/>
                  <a:pt x="8" y="135"/>
                  <a:pt x="12" y="123"/>
                </a:cubicBezTo>
                <a:cubicBezTo>
                  <a:pt x="16" y="111"/>
                  <a:pt x="21" y="100"/>
                  <a:pt x="27" y="89"/>
                </a:cubicBezTo>
                <a:cubicBezTo>
                  <a:pt x="32" y="78"/>
                  <a:pt x="39" y="68"/>
                  <a:pt x="46" y="59"/>
                </a:cubicBezTo>
                <a:cubicBezTo>
                  <a:pt x="54" y="49"/>
                  <a:pt x="62" y="41"/>
                  <a:pt x="70" y="34"/>
                </a:cubicBezTo>
                <a:cubicBezTo>
                  <a:pt x="79" y="27"/>
                  <a:pt x="88" y="21"/>
                  <a:pt x="98" y="16"/>
                </a:cubicBezTo>
                <a:cubicBezTo>
                  <a:pt x="107" y="11"/>
                  <a:pt x="117" y="7"/>
                  <a:pt x="128" y="4"/>
                </a:cubicBezTo>
                <a:cubicBezTo>
                  <a:pt x="138" y="2"/>
                  <a:pt x="148" y="0"/>
                  <a:pt x="158" y="0"/>
                </a:cubicBezTo>
                <a:lnTo>
                  <a:pt x="30216" y="0"/>
                </a:lnTo>
                <a:cubicBezTo>
                  <a:pt x="30229" y="0"/>
                  <a:pt x="30242" y="2"/>
                  <a:pt x="30255" y="4"/>
                </a:cubicBezTo>
                <a:cubicBezTo>
                  <a:pt x="30268" y="7"/>
                  <a:pt x="30280" y="11"/>
                  <a:pt x="30292" y="16"/>
                </a:cubicBezTo>
                <a:cubicBezTo>
                  <a:pt x="30304" y="21"/>
                  <a:pt x="30316" y="27"/>
                  <a:pt x="30326" y="34"/>
                </a:cubicBezTo>
                <a:cubicBezTo>
                  <a:pt x="30337" y="41"/>
                  <a:pt x="30347" y="49"/>
                  <a:pt x="30356" y="59"/>
                </a:cubicBezTo>
                <a:cubicBezTo>
                  <a:pt x="30366" y="68"/>
                  <a:pt x="30374" y="78"/>
                  <a:pt x="30381" y="89"/>
                </a:cubicBezTo>
                <a:cubicBezTo>
                  <a:pt x="30388" y="100"/>
                  <a:pt x="30395" y="111"/>
                  <a:pt x="30399" y="123"/>
                </a:cubicBezTo>
                <a:cubicBezTo>
                  <a:pt x="30404" y="135"/>
                  <a:pt x="30408" y="147"/>
                  <a:pt x="30411" y="160"/>
                </a:cubicBezTo>
                <a:cubicBezTo>
                  <a:pt x="30413" y="173"/>
                  <a:pt x="30415" y="186"/>
                  <a:pt x="30415" y="199"/>
                </a:cubicBezTo>
                <a:lnTo>
                  <a:pt x="30415" y="3613"/>
                </a:lnTo>
                <a:cubicBezTo>
                  <a:pt x="30415" y="3626"/>
                  <a:pt x="30413" y="3639"/>
                  <a:pt x="30411" y="3652"/>
                </a:cubicBezTo>
                <a:cubicBezTo>
                  <a:pt x="30408" y="3665"/>
                  <a:pt x="30404" y="3677"/>
                  <a:pt x="30399" y="3689"/>
                </a:cubicBezTo>
                <a:cubicBezTo>
                  <a:pt x="30395" y="3701"/>
                  <a:pt x="30388" y="3712"/>
                  <a:pt x="30381" y="3723"/>
                </a:cubicBezTo>
                <a:cubicBezTo>
                  <a:pt x="30374" y="3734"/>
                  <a:pt x="30366" y="3744"/>
                  <a:pt x="30356" y="3753"/>
                </a:cubicBezTo>
                <a:cubicBezTo>
                  <a:pt x="30347" y="3763"/>
                  <a:pt x="30337" y="3771"/>
                  <a:pt x="30326" y="3778"/>
                </a:cubicBezTo>
                <a:cubicBezTo>
                  <a:pt x="30316" y="3785"/>
                  <a:pt x="30304" y="3791"/>
                  <a:pt x="30292" y="3796"/>
                </a:cubicBezTo>
                <a:cubicBezTo>
                  <a:pt x="30280" y="3801"/>
                  <a:pt x="30268" y="3805"/>
                  <a:pt x="30255" y="3808"/>
                </a:cubicBezTo>
                <a:cubicBezTo>
                  <a:pt x="30242" y="3810"/>
                  <a:pt x="30229" y="3811"/>
                  <a:pt x="30216" y="3811"/>
                </a:cubicBezTo>
                <a:lnTo>
                  <a:pt x="158" y="3811"/>
                </a:lnTo>
                <a:cubicBezTo>
                  <a:pt x="148" y="3811"/>
                  <a:pt x="138" y="3810"/>
                  <a:pt x="128" y="3808"/>
                </a:cubicBezTo>
                <a:cubicBezTo>
                  <a:pt x="117" y="3805"/>
                  <a:pt x="107" y="3801"/>
                  <a:pt x="98" y="3796"/>
                </a:cubicBezTo>
                <a:cubicBezTo>
                  <a:pt x="88" y="3791"/>
                  <a:pt x="79" y="3785"/>
                  <a:pt x="70" y="3778"/>
                </a:cubicBezTo>
                <a:cubicBezTo>
                  <a:pt x="62" y="3771"/>
                  <a:pt x="54" y="3763"/>
                  <a:pt x="46" y="3753"/>
                </a:cubicBezTo>
                <a:cubicBezTo>
                  <a:pt x="39" y="3744"/>
                  <a:pt x="32" y="3734"/>
                  <a:pt x="27" y="3723"/>
                </a:cubicBezTo>
                <a:cubicBezTo>
                  <a:pt x="21" y="3712"/>
                  <a:pt x="16" y="3701"/>
                  <a:pt x="12" y="3689"/>
                </a:cubicBezTo>
                <a:cubicBezTo>
                  <a:pt x="8" y="3677"/>
                  <a:pt x="5" y="3665"/>
                  <a:pt x="3" y="3652"/>
                </a:cubicBezTo>
                <a:cubicBezTo>
                  <a:pt x="1" y="3639"/>
                  <a:pt x="0" y="3626"/>
                  <a:pt x="0" y="36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任意多边形: 形状 108"/>
          <p:cNvSpPr/>
          <p:nvPr/>
        </p:nvSpPr>
        <p:spPr>
          <a:xfrm>
            <a:off x="609480" y="1657080"/>
            <a:ext cx="10973160" cy="1381680"/>
          </a:xfrm>
          <a:custGeom>
            <a:avLst/>
            <a:gdLst/>
            <a:ahLst/>
            <a:cxnLst/>
            <a:rect l="0" t="0" r="r" b="b"/>
            <a:pathLst>
              <a:path w="30481" h="3838">
                <a:moveTo>
                  <a:pt x="0" y="3626"/>
                </a:moveTo>
                <a:lnTo>
                  <a:pt x="0" y="212"/>
                </a:lnTo>
                <a:cubicBezTo>
                  <a:pt x="0" y="198"/>
                  <a:pt x="1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2" y="44"/>
                  <a:pt x="94" y="36"/>
                </a:cubicBezTo>
                <a:cubicBezTo>
                  <a:pt x="105" y="28"/>
                  <a:pt x="118" y="22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4"/>
                </a:cubicBezTo>
                <a:cubicBezTo>
                  <a:pt x="30324" y="7"/>
                  <a:pt x="30337" y="11"/>
                  <a:pt x="30350" y="16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2"/>
                  <a:pt x="30419" y="62"/>
                </a:cubicBezTo>
                <a:cubicBezTo>
                  <a:pt x="30429" y="72"/>
                  <a:pt x="30437" y="83"/>
                  <a:pt x="30445" y="94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4"/>
                  <a:pt x="30481" y="198"/>
                  <a:pt x="30481" y="212"/>
                </a:cubicBezTo>
                <a:lnTo>
                  <a:pt x="30481" y="3626"/>
                </a:lnTo>
                <a:cubicBezTo>
                  <a:pt x="30481" y="3640"/>
                  <a:pt x="30479" y="3654"/>
                  <a:pt x="30477" y="3667"/>
                </a:cubicBezTo>
                <a:cubicBezTo>
                  <a:pt x="30474" y="3681"/>
                  <a:pt x="30470" y="3694"/>
                  <a:pt x="30465" y="3707"/>
                </a:cubicBezTo>
                <a:cubicBezTo>
                  <a:pt x="30459" y="3720"/>
                  <a:pt x="30453" y="3732"/>
                  <a:pt x="30445" y="3744"/>
                </a:cubicBezTo>
                <a:cubicBezTo>
                  <a:pt x="30437" y="3755"/>
                  <a:pt x="30429" y="3766"/>
                  <a:pt x="30419" y="3776"/>
                </a:cubicBezTo>
                <a:cubicBezTo>
                  <a:pt x="30409" y="3786"/>
                  <a:pt x="30398" y="3794"/>
                  <a:pt x="30387" y="3802"/>
                </a:cubicBezTo>
                <a:cubicBezTo>
                  <a:pt x="30375" y="3810"/>
                  <a:pt x="30363" y="3816"/>
                  <a:pt x="30350" y="3822"/>
                </a:cubicBezTo>
                <a:cubicBezTo>
                  <a:pt x="30337" y="3827"/>
                  <a:pt x="30324" y="3831"/>
                  <a:pt x="30310" y="3834"/>
                </a:cubicBezTo>
                <a:cubicBezTo>
                  <a:pt x="30297" y="3836"/>
                  <a:pt x="30283" y="3838"/>
                  <a:pt x="30269" y="3838"/>
                </a:cubicBezTo>
                <a:lnTo>
                  <a:pt x="211" y="3838"/>
                </a:lnTo>
                <a:cubicBezTo>
                  <a:pt x="198" y="3838"/>
                  <a:pt x="184" y="3836"/>
                  <a:pt x="170" y="3834"/>
                </a:cubicBezTo>
                <a:cubicBezTo>
                  <a:pt x="157" y="3831"/>
                  <a:pt x="143" y="3827"/>
                  <a:pt x="130" y="3822"/>
                </a:cubicBezTo>
                <a:cubicBezTo>
                  <a:pt x="118" y="3816"/>
                  <a:pt x="105" y="3810"/>
                  <a:pt x="94" y="3802"/>
                </a:cubicBezTo>
                <a:cubicBezTo>
                  <a:pt x="82" y="3794"/>
                  <a:pt x="72" y="3786"/>
                  <a:pt x="62" y="3776"/>
                </a:cubicBezTo>
                <a:cubicBezTo>
                  <a:pt x="52" y="3766"/>
                  <a:pt x="43" y="3755"/>
                  <a:pt x="36" y="3744"/>
                </a:cubicBezTo>
                <a:cubicBezTo>
                  <a:pt x="28" y="3732"/>
                  <a:pt x="21" y="3720"/>
                  <a:pt x="16" y="3707"/>
                </a:cubicBezTo>
                <a:cubicBezTo>
                  <a:pt x="11" y="3694"/>
                  <a:pt x="7" y="3681"/>
                  <a:pt x="4" y="3667"/>
                </a:cubicBezTo>
                <a:cubicBezTo>
                  <a:pt x="1" y="3654"/>
                  <a:pt x="0" y="3640"/>
                  <a:pt x="0" y="3626"/>
                </a:cubicBezTo>
                <a:moveTo>
                  <a:pt x="106" y="3626"/>
                </a:moveTo>
                <a:lnTo>
                  <a:pt x="106" y="212"/>
                </a:lnTo>
                <a:cubicBezTo>
                  <a:pt x="106" y="200"/>
                  <a:pt x="106" y="188"/>
                  <a:pt x="108" y="176"/>
                </a:cubicBezTo>
                <a:cubicBezTo>
                  <a:pt x="109" y="164"/>
                  <a:pt x="111" y="152"/>
                  <a:pt x="114" y="141"/>
                </a:cubicBezTo>
                <a:cubicBezTo>
                  <a:pt x="116" y="130"/>
                  <a:pt x="120" y="119"/>
                  <a:pt x="124" y="109"/>
                </a:cubicBezTo>
                <a:cubicBezTo>
                  <a:pt x="127" y="99"/>
                  <a:pt x="132" y="90"/>
                  <a:pt x="137" y="81"/>
                </a:cubicBezTo>
                <a:cubicBezTo>
                  <a:pt x="142" y="72"/>
                  <a:pt x="147" y="65"/>
                  <a:pt x="153" y="58"/>
                </a:cubicBezTo>
                <a:cubicBezTo>
                  <a:pt x="158" y="51"/>
                  <a:pt x="165" y="45"/>
                  <a:pt x="171" y="41"/>
                </a:cubicBezTo>
                <a:cubicBezTo>
                  <a:pt x="177" y="36"/>
                  <a:pt x="184" y="33"/>
                  <a:pt x="191" y="30"/>
                </a:cubicBezTo>
                <a:cubicBezTo>
                  <a:pt x="198" y="28"/>
                  <a:pt x="205" y="27"/>
                  <a:pt x="211" y="27"/>
                </a:cubicBezTo>
                <a:lnTo>
                  <a:pt x="30269" y="27"/>
                </a:lnTo>
                <a:cubicBezTo>
                  <a:pt x="30281" y="27"/>
                  <a:pt x="30293" y="28"/>
                  <a:pt x="30305" y="30"/>
                </a:cubicBezTo>
                <a:cubicBezTo>
                  <a:pt x="30317" y="33"/>
                  <a:pt x="30329" y="36"/>
                  <a:pt x="30340" y="41"/>
                </a:cubicBezTo>
                <a:cubicBezTo>
                  <a:pt x="30351" y="45"/>
                  <a:pt x="30362" y="51"/>
                  <a:pt x="30372" y="58"/>
                </a:cubicBezTo>
                <a:cubicBezTo>
                  <a:pt x="30382" y="65"/>
                  <a:pt x="30392" y="72"/>
                  <a:pt x="30400" y="81"/>
                </a:cubicBezTo>
                <a:cubicBezTo>
                  <a:pt x="30409" y="90"/>
                  <a:pt x="30416" y="99"/>
                  <a:pt x="30423" y="109"/>
                </a:cubicBezTo>
                <a:cubicBezTo>
                  <a:pt x="30430" y="119"/>
                  <a:pt x="30436" y="130"/>
                  <a:pt x="30440" y="141"/>
                </a:cubicBezTo>
                <a:cubicBezTo>
                  <a:pt x="30445" y="152"/>
                  <a:pt x="30448" y="164"/>
                  <a:pt x="30451" y="176"/>
                </a:cubicBezTo>
                <a:cubicBezTo>
                  <a:pt x="30453" y="188"/>
                  <a:pt x="30454" y="200"/>
                  <a:pt x="30454" y="212"/>
                </a:cubicBezTo>
                <a:lnTo>
                  <a:pt x="30454" y="3626"/>
                </a:lnTo>
                <a:cubicBezTo>
                  <a:pt x="30454" y="3638"/>
                  <a:pt x="30453" y="3650"/>
                  <a:pt x="30451" y="3662"/>
                </a:cubicBezTo>
                <a:cubicBezTo>
                  <a:pt x="30448" y="3674"/>
                  <a:pt x="30445" y="3686"/>
                  <a:pt x="30440" y="3697"/>
                </a:cubicBezTo>
                <a:cubicBezTo>
                  <a:pt x="30436" y="3708"/>
                  <a:pt x="30430" y="3719"/>
                  <a:pt x="30423" y="3729"/>
                </a:cubicBezTo>
                <a:cubicBezTo>
                  <a:pt x="30416" y="3739"/>
                  <a:pt x="30409" y="3748"/>
                  <a:pt x="30400" y="3757"/>
                </a:cubicBezTo>
                <a:cubicBezTo>
                  <a:pt x="30392" y="3766"/>
                  <a:pt x="30382" y="3773"/>
                  <a:pt x="30372" y="3780"/>
                </a:cubicBezTo>
                <a:cubicBezTo>
                  <a:pt x="30362" y="3787"/>
                  <a:pt x="30351" y="3792"/>
                  <a:pt x="30340" y="3797"/>
                </a:cubicBezTo>
                <a:cubicBezTo>
                  <a:pt x="30329" y="3802"/>
                  <a:pt x="30317" y="3805"/>
                  <a:pt x="30305" y="3808"/>
                </a:cubicBezTo>
                <a:cubicBezTo>
                  <a:pt x="30293" y="3810"/>
                  <a:pt x="30281" y="3811"/>
                  <a:pt x="30269" y="3811"/>
                </a:cubicBezTo>
                <a:lnTo>
                  <a:pt x="211" y="3811"/>
                </a:lnTo>
                <a:cubicBezTo>
                  <a:pt x="205" y="3811"/>
                  <a:pt x="198" y="3810"/>
                  <a:pt x="191" y="3808"/>
                </a:cubicBezTo>
                <a:cubicBezTo>
                  <a:pt x="184" y="3805"/>
                  <a:pt x="177" y="3802"/>
                  <a:pt x="171" y="3797"/>
                </a:cubicBezTo>
                <a:cubicBezTo>
                  <a:pt x="165" y="3792"/>
                  <a:pt x="158" y="3787"/>
                  <a:pt x="153" y="3780"/>
                </a:cubicBezTo>
                <a:cubicBezTo>
                  <a:pt x="147" y="3773"/>
                  <a:pt x="142" y="3766"/>
                  <a:pt x="137" y="3757"/>
                </a:cubicBezTo>
                <a:cubicBezTo>
                  <a:pt x="132" y="3748"/>
                  <a:pt x="127" y="3739"/>
                  <a:pt x="124" y="3729"/>
                </a:cubicBezTo>
                <a:cubicBezTo>
                  <a:pt x="120" y="3719"/>
                  <a:pt x="116" y="3708"/>
                  <a:pt x="114" y="3697"/>
                </a:cubicBezTo>
                <a:cubicBezTo>
                  <a:pt x="111" y="3686"/>
                  <a:pt x="109" y="3674"/>
                  <a:pt x="108" y="3662"/>
                </a:cubicBezTo>
                <a:cubicBezTo>
                  <a:pt x="106" y="3650"/>
                  <a:pt x="106" y="3638"/>
                  <a:pt x="106" y="3626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609480" y="675000"/>
            <a:ext cx="276606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000" b="1" i="0" u="none" strike="noStrike">
                <a:solidFill>
                  <a:srgbClr val="0A3D62"/>
                </a:solidFill>
                <a:effectLst/>
                <a:uFillTx/>
                <a:latin typeface="Inter, sans-serif"/>
                <a:ea typeface="Inter, sans-serif"/>
              </a:rPr>
              <a:t>技术发展趋势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1689480" y="2007360"/>
            <a:ext cx="1005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i="0" u="none" strike="noStrike">
                <a:solidFill>
                  <a:srgbClr val="212529"/>
                </a:solidFill>
                <a:effectLst/>
                <a:uFillTx/>
                <a:latin typeface="Inter, sans-serif"/>
                <a:ea typeface="Inter, sans-serif"/>
              </a:rPr>
              <a:t>通信机制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1689480" y="2506680"/>
            <a:ext cx="670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从传统的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2299320" y="2509920"/>
            <a:ext cx="4831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HTTP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2779200" y="2506680"/>
            <a:ext cx="13411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轮询模式，演进到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3998160" y="2509920"/>
            <a:ext cx="8647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WebSocket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4859640" y="2506680"/>
            <a:ext cx="1676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5011920" y="2509920"/>
            <a:ext cx="5169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MQTT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任意多边形: 形状 117"/>
          <p:cNvSpPr/>
          <p:nvPr/>
        </p:nvSpPr>
        <p:spPr>
          <a:xfrm>
            <a:off x="628560" y="3348000"/>
            <a:ext cx="10949400" cy="1381320"/>
          </a:xfrm>
          <a:custGeom>
            <a:avLst/>
            <a:gdLst/>
            <a:ahLst/>
            <a:cxnLst/>
            <a:rect l="0" t="0" r="r" b="b"/>
            <a:pathLst>
              <a:path w="30415" h="3837">
                <a:moveTo>
                  <a:pt x="0" y="3639"/>
                </a:moveTo>
                <a:lnTo>
                  <a:pt x="0" y="198"/>
                </a:lnTo>
                <a:cubicBezTo>
                  <a:pt x="0" y="185"/>
                  <a:pt x="1" y="172"/>
                  <a:pt x="3" y="159"/>
                </a:cubicBezTo>
                <a:cubicBezTo>
                  <a:pt x="5" y="147"/>
                  <a:pt x="8" y="134"/>
                  <a:pt x="12" y="122"/>
                </a:cubicBezTo>
                <a:cubicBezTo>
                  <a:pt x="16" y="110"/>
                  <a:pt x="21" y="99"/>
                  <a:pt x="27" y="88"/>
                </a:cubicBezTo>
                <a:cubicBezTo>
                  <a:pt x="32" y="77"/>
                  <a:pt x="39" y="67"/>
                  <a:pt x="46" y="58"/>
                </a:cubicBezTo>
                <a:cubicBezTo>
                  <a:pt x="54" y="49"/>
                  <a:pt x="62" y="40"/>
                  <a:pt x="70" y="33"/>
                </a:cubicBezTo>
                <a:cubicBezTo>
                  <a:pt x="79" y="26"/>
                  <a:pt x="88" y="20"/>
                  <a:pt x="98" y="15"/>
                </a:cubicBezTo>
                <a:cubicBezTo>
                  <a:pt x="107" y="10"/>
                  <a:pt x="117" y="6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30216" y="0"/>
                </a:lnTo>
                <a:cubicBezTo>
                  <a:pt x="30229" y="0"/>
                  <a:pt x="30242" y="1"/>
                  <a:pt x="30255" y="3"/>
                </a:cubicBezTo>
                <a:cubicBezTo>
                  <a:pt x="30268" y="6"/>
                  <a:pt x="30280" y="10"/>
                  <a:pt x="30292" y="15"/>
                </a:cubicBezTo>
                <a:cubicBezTo>
                  <a:pt x="30304" y="20"/>
                  <a:pt x="30316" y="26"/>
                  <a:pt x="30326" y="33"/>
                </a:cubicBezTo>
                <a:cubicBezTo>
                  <a:pt x="30337" y="40"/>
                  <a:pt x="30347" y="49"/>
                  <a:pt x="30356" y="58"/>
                </a:cubicBezTo>
                <a:cubicBezTo>
                  <a:pt x="30366" y="67"/>
                  <a:pt x="30374" y="77"/>
                  <a:pt x="30381" y="88"/>
                </a:cubicBezTo>
                <a:cubicBezTo>
                  <a:pt x="30388" y="99"/>
                  <a:pt x="30395" y="110"/>
                  <a:pt x="30399" y="122"/>
                </a:cubicBezTo>
                <a:cubicBezTo>
                  <a:pt x="30404" y="134"/>
                  <a:pt x="30408" y="147"/>
                  <a:pt x="30411" y="159"/>
                </a:cubicBezTo>
                <a:cubicBezTo>
                  <a:pt x="30413" y="172"/>
                  <a:pt x="30415" y="185"/>
                  <a:pt x="30415" y="198"/>
                </a:cubicBezTo>
                <a:lnTo>
                  <a:pt x="30415" y="3639"/>
                </a:lnTo>
                <a:cubicBezTo>
                  <a:pt x="30415" y="3652"/>
                  <a:pt x="30413" y="3665"/>
                  <a:pt x="30411" y="3677"/>
                </a:cubicBezTo>
                <a:cubicBezTo>
                  <a:pt x="30408" y="3690"/>
                  <a:pt x="30404" y="3703"/>
                  <a:pt x="30399" y="3715"/>
                </a:cubicBezTo>
                <a:cubicBezTo>
                  <a:pt x="30395" y="3727"/>
                  <a:pt x="30388" y="3738"/>
                  <a:pt x="30381" y="3749"/>
                </a:cubicBezTo>
                <a:cubicBezTo>
                  <a:pt x="30374" y="3760"/>
                  <a:pt x="30366" y="3770"/>
                  <a:pt x="30356" y="3779"/>
                </a:cubicBezTo>
                <a:cubicBezTo>
                  <a:pt x="30347" y="3788"/>
                  <a:pt x="30337" y="3796"/>
                  <a:pt x="30326" y="3804"/>
                </a:cubicBezTo>
                <a:cubicBezTo>
                  <a:pt x="30316" y="3811"/>
                  <a:pt x="30304" y="3817"/>
                  <a:pt x="30292" y="3822"/>
                </a:cubicBezTo>
                <a:cubicBezTo>
                  <a:pt x="30280" y="3827"/>
                  <a:pt x="30268" y="3831"/>
                  <a:pt x="30255" y="3833"/>
                </a:cubicBezTo>
                <a:cubicBezTo>
                  <a:pt x="30242" y="3836"/>
                  <a:pt x="30229" y="3837"/>
                  <a:pt x="30216" y="3837"/>
                </a:cubicBezTo>
                <a:lnTo>
                  <a:pt x="158" y="3837"/>
                </a:lnTo>
                <a:cubicBezTo>
                  <a:pt x="148" y="3837"/>
                  <a:pt x="138" y="3836"/>
                  <a:pt x="128" y="3833"/>
                </a:cubicBezTo>
                <a:cubicBezTo>
                  <a:pt x="117" y="3831"/>
                  <a:pt x="107" y="3827"/>
                  <a:pt x="98" y="3822"/>
                </a:cubicBezTo>
                <a:cubicBezTo>
                  <a:pt x="88" y="3817"/>
                  <a:pt x="79" y="3811"/>
                  <a:pt x="70" y="3804"/>
                </a:cubicBezTo>
                <a:cubicBezTo>
                  <a:pt x="62" y="3796"/>
                  <a:pt x="54" y="3788"/>
                  <a:pt x="46" y="3779"/>
                </a:cubicBezTo>
                <a:cubicBezTo>
                  <a:pt x="39" y="3770"/>
                  <a:pt x="32" y="3760"/>
                  <a:pt x="27" y="3749"/>
                </a:cubicBezTo>
                <a:cubicBezTo>
                  <a:pt x="21" y="3738"/>
                  <a:pt x="16" y="3727"/>
                  <a:pt x="12" y="3715"/>
                </a:cubicBezTo>
                <a:cubicBezTo>
                  <a:pt x="8" y="3703"/>
                  <a:pt x="5" y="3690"/>
                  <a:pt x="3" y="3677"/>
                </a:cubicBezTo>
                <a:cubicBezTo>
                  <a:pt x="1" y="3665"/>
                  <a:pt x="0" y="3652"/>
                  <a:pt x="0" y="36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任意多边形: 形状 118"/>
          <p:cNvSpPr/>
          <p:nvPr/>
        </p:nvSpPr>
        <p:spPr>
          <a:xfrm>
            <a:off x="609480" y="3342960"/>
            <a:ext cx="10973160" cy="1391040"/>
          </a:xfrm>
          <a:custGeom>
            <a:avLst/>
            <a:gdLst/>
            <a:ahLst/>
            <a:cxnLst/>
            <a:rect l="0" t="0" r="r" b="b"/>
            <a:pathLst>
              <a:path w="30481" h="3864">
                <a:moveTo>
                  <a:pt x="0" y="3653"/>
                </a:moveTo>
                <a:lnTo>
                  <a:pt x="0" y="212"/>
                </a:lnTo>
                <a:cubicBezTo>
                  <a:pt x="0" y="198"/>
                  <a:pt x="1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4"/>
                </a:cubicBezTo>
                <a:cubicBezTo>
                  <a:pt x="30324" y="7"/>
                  <a:pt x="30337" y="11"/>
                  <a:pt x="30350" y="16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4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4"/>
                  <a:pt x="30481" y="198"/>
                  <a:pt x="30481" y="212"/>
                </a:cubicBezTo>
                <a:lnTo>
                  <a:pt x="30481" y="3653"/>
                </a:lnTo>
                <a:cubicBezTo>
                  <a:pt x="30481" y="3667"/>
                  <a:pt x="30479" y="3680"/>
                  <a:pt x="30477" y="3694"/>
                </a:cubicBezTo>
                <a:cubicBezTo>
                  <a:pt x="30474" y="3708"/>
                  <a:pt x="30470" y="3721"/>
                  <a:pt x="30465" y="3734"/>
                </a:cubicBezTo>
                <a:cubicBezTo>
                  <a:pt x="30459" y="3746"/>
                  <a:pt x="30453" y="3759"/>
                  <a:pt x="30445" y="3770"/>
                </a:cubicBezTo>
                <a:cubicBezTo>
                  <a:pt x="30437" y="3782"/>
                  <a:pt x="30429" y="3792"/>
                  <a:pt x="30419" y="3802"/>
                </a:cubicBezTo>
                <a:cubicBezTo>
                  <a:pt x="30409" y="3812"/>
                  <a:pt x="30398" y="3821"/>
                  <a:pt x="30387" y="3829"/>
                </a:cubicBezTo>
                <a:cubicBezTo>
                  <a:pt x="30375" y="3836"/>
                  <a:pt x="30363" y="3843"/>
                  <a:pt x="30350" y="3848"/>
                </a:cubicBezTo>
                <a:cubicBezTo>
                  <a:pt x="30337" y="3853"/>
                  <a:pt x="30324" y="3858"/>
                  <a:pt x="30310" y="3860"/>
                </a:cubicBezTo>
                <a:cubicBezTo>
                  <a:pt x="30297" y="3863"/>
                  <a:pt x="30283" y="3864"/>
                  <a:pt x="30269" y="3864"/>
                </a:cubicBezTo>
                <a:lnTo>
                  <a:pt x="211" y="3864"/>
                </a:lnTo>
                <a:cubicBezTo>
                  <a:pt x="198" y="3864"/>
                  <a:pt x="184" y="3863"/>
                  <a:pt x="170" y="3860"/>
                </a:cubicBezTo>
                <a:cubicBezTo>
                  <a:pt x="157" y="3858"/>
                  <a:pt x="143" y="3853"/>
                  <a:pt x="130" y="3848"/>
                </a:cubicBezTo>
                <a:cubicBezTo>
                  <a:pt x="118" y="3843"/>
                  <a:pt x="105" y="3836"/>
                  <a:pt x="94" y="3829"/>
                </a:cubicBezTo>
                <a:cubicBezTo>
                  <a:pt x="82" y="3821"/>
                  <a:pt x="72" y="3812"/>
                  <a:pt x="62" y="3802"/>
                </a:cubicBezTo>
                <a:cubicBezTo>
                  <a:pt x="52" y="3792"/>
                  <a:pt x="43" y="3782"/>
                  <a:pt x="36" y="3770"/>
                </a:cubicBezTo>
                <a:cubicBezTo>
                  <a:pt x="28" y="3759"/>
                  <a:pt x="21" y="3746"/>
                  <a:pt x="16" y="3734"/>
                </a:cubicBezTo>
                <a:cubicBezTo>
                  <a:pt x="11" y="3721"/>
                  <a:pt x="7" y="3708"/>
                  <a:pt x="4" y="3694"/>
                </a:cubicBezTo>
                <a:cubicBezTo>
                  <a:pt x="1" y="3680"/>
                  <a:pt x="0" y="3667"/>
                  <a:pt x="0" y="3653"/>
                </a:cubicBezTo>
                <a:moveTo>
                  <a:pt x="106" y="3653"/>
                </a:moveTo>
                <a:lnTo>
                  <a:pt x="106" y="212"/>
                </a:lnTo>
                <a:cubicBezTo>
                  <a:pt x="106" y="200"/>
                  <a:pt x="106" y="188"/>
                  <a:pt x="108" y="176"/>
                </a:cubicBezTo>
                <a:cubicBezTo>
                  <a:pt x="109" y="164"/>
                  <a:pt x="111" y="152"/>
                  <a:pt x="114" y="141"/>
                </a:cubicBezTo>
                <a:cubicBezTo>
                  <a:pt x="116" y="130"/>
                  <a:pt x="120" y="119"/>
                  <a:pt x="124" y="109"/>
                </a:cubicBezTo>
                <a:cubicBezTo>
                  <a:pt x="127" y="99"/>
                  <a:pt x="132" y="90"/>
                  <a:pt x="137" y="81"/>
                </a:cubicBezTo>
                <a:cubicBezTo>
                  <a:pt x="142" y="72"/>
                  <a:pt x="147" y="65"/>
                  <a:pt x="153" y="58"/>
                </a:cubicBezTo>
                <a:cubicBezTo>
                  <a:pt x="158" y="51"/>
                  <a:pt x="165" y="46"/>
                  <a:pt x="171" y="41"/>
                </a:cubicBezTo>
                <a:cubicBezTo>
                  <a:pt x="177" y="36"/>
                  <a:pt x="184" y="33"/>
                  <a:pt x="191" y="30"/>
                </a:cubicBezTo>
                <a:cubicBezTo>
                  <a:pt x="198" y="28"/>
                  <a:pt x="205" y="27"/>
                  <a:pt x="211" y="27"/>
                </a:cubicBezTo>
                <a:lnTo>
                  <a:pt x="30269" y="27"/>
                </a:lnTo>
                <a:cubicBezTo>
                  <a:pt x="30281" y="27"/>
                  <a:pt x="30293" y="28"/>
                  <a:pt x="30305" y="30"/>
                </a:cubicBezTo>
                <a:cubicBezTo>
                  <a:pt x="30317" y="33"/>
                  <a:pt x="30329" y="36"/>
                  <a:pt x="30340" y="41"/>
                </a:cubicBezTo>
                <a:cubicBezTo>
                  <a:pt x="30351" y="46"/>
                  <a:pt x="30362" y="51"/>
                  <a:pt x="30372" y="58"/>
                </a:cubicBezTo>
                <a:cubicBezTo>
                  <a:pt x="30382" y="65"/>
                  <a:pt x="30392" y="72"/>
                  <a:pt x="30400" y="81"/>
                </a:cubicBezTo>
                <a:cubicBezTo>
                  <a:pt x="30409" y="90"/>
                  <a:pt x="30416" y="99"/>
                  <a:pt x="30423" y="109"/>
                </a:cubicBezTo>
                <a:cubicBezTo>
                  <a:pt x="30430" y="119"/>
                  <a:pt x="30436" y="130"/>
                  <a:pt x="30440" y="141"/>
                </a:cubicBezTo>
                <a:cubicBezTo>
                  <a:pt x="30445" y="152"/>
                  <a:pt x="30448" y="164"/>
                  <a:pt x="30451" y="176"/>
                </a:cubicBezTo>
                <a:cubicBezTo>
                  <a:pt x="30453" y="188"/>
                  <a:pt x="30454" y="200"/>
                  <a:pt x="30454" y="212"/>
                </a:cubicBezTo>
                <a:lnTo>
                  <a:pt x="30454" y="3653"/>
                </a:lnTo>
                <a:cubicBezTo>
                  <a:pt x="30454" y="3665"/>
                  <a:pt x="30453" y="3677"/>
                  <a:pt x="30451" y="3689"/>
                </a:cubicBezTo>
                <a:cubicBezTo>
                  <a:pt x="30448" y="3701"/>
                  <a:pt x="30445" y="3712"/>
                  <a:pt x="30440" y="3723"/>
                </a:cubicBezTo>
                <a:cubicBezTo>
                  <a:pt x="30436" y="3735"/>
                  <a:pt x="30430" y="3745"/>
                  <a:pt x="30423" y="3756"/>
                </a:cubicBezTo>
                <a:cubicBezTo>
                  <a:pt x="30416" y="3766"/>
                  <a:pt x="30409" y="3775"/>
                  <a:pt x="30400" y="3784"/>
                </a:cubicBezTo>
                <a:cubicBezTo>
                  <a:pt x="30392" y="3792"/>
                  <a:pt x="30382" y="3800"/>
                  <a:pt x="30372" y="3807"/>
                </a:cubicBezTo>
                <a:cubicBezTo>
                  <a:pt x="30362" y="3813"/>
                  <a:pt x="30351" y="3819"/>
                  <a:pt x="30340" y="3824"/>
                </a:cubicBezTo>
                <a:cubicBezTo>
                  <a:pt x="30329" y="3828"/>
                  <a:pt x="30317" y="3832"/>
                  <a:pt x="30305" y="3834"/>
                </a:cubicBezTo>
                <a:cubicBezTo>
                  <a:pt x="30293" y="3837"/>
                  <a:pt x="30281" y="3838"/>
                  <a:pt x="30269" y="3838"/>
                </a:cubicBezTo>
                <a:lnTo>
                  <a:pt x="211" y="3838"/>
                </a:lnTo>
                <a:cubicBezTo>
                  <a:pt x="205" y="3838"/>
                  <a:pt x="198" y="3837"/>
                  <a:pt x="191" y="3834"/>
                </a:cubicBezTo>
                <a:cubicBezTo>
                  <a:pt x="184" y="3832"/>
                  <a:pt x="177" y="3828"/>
                  <a:pt x="171" y="3824"/>
                </a:cubicBezTo>
                <a:cubicBezTo>
                  <a:pt x="165" y="3819"/>
                  <a:pt x="158" y="3813"/>
                  <a:pt x="153" y="3807"/>
                </a:cubicBezTo>
                <a:cubicBezTo>
                  <a:pt x="147" y="3800"/>
                  <a:pt x="142" y="3792"/>
                  <a:pt x="137" y="3784"/>
                </a:cubicBezTo>
                <a:cubicBezTo>
                  <a:pt x="132" y="3775"/>
                  <a:pt x="127" y="3766"/>
                  <a:pt x="124" y="3756"/>
                </a:cubicBezTo>
                <a:cubicBezTo>
                  <a:pt x="120" y="3745"/>
                  <a:pt x="116" y="3735"/>
                  <a:pt x="114" y="3723"/>
                </a:cubicBezTo>
                <a:cubicBezTo>
                  <a:pt x="111" y="3712"/>
                  <a:pt x="109" y="3701"/>
                  <a:pt x="108" y="3689"/>
                </a:cubicBezTo>
                <a:cubicBezTo>
                  <a:pt x="106" y="3677"/>
                  <a:pt x="106" y="3665"/>
                  <a:pt x="106" y="3653"/>
                </a:cubicBezTo>
                <a:close/>
              </a:path>
            </a:pathLst>
          </a:custGeom>
          <a:solidFill>
            <a:srgbClr val="0A3D6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5525640" y="2506680"/>
            <a:ext cx="41910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等⻓连接技术，实现了更高效、低延迟的实时数据交互。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1689480" y="3693240"/>
            <a:ext cx="12573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i="0" u="none" strike="noStrike">
                <a:solidFill>
                  <a:srgbClr val="212529"/>
                </a:solidFill>
                <a:effectLst/>
                <a:uFillTx/>
                <a:latin typeface="Inter, sans-serif"/>
                <a:ea typeface="Inter, sans-serif"/>
              </a:rPr>
              <a:t>自适应能力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任意多边形: 形状 121"/>
          <p:cNvSpPr/>
          <p:nvPr/>
        </p:nvSpPr>
        <p:spPr>
          <a:xfrm>
            <a:off x="628560" y="5043240"/>
            <a:ext cx="10949400" cy="1371960"/>
          </a:xfrm>
          <a:custGeom>
            <a:avLst/>
            <a:gdLst/>
            <a:ahLst/>
            <a:cxnLst/>
            <a:rect l="0" t="0" r="r" b="b"/>
            <a:pathLst>
              <a:path w="30415" h="3811">
                <a:moveTo>
                  <a:pt x="0" y="3613"/>
                </a:moveTo>
                <a:lnTo>
                  <a:pt x="0" y="199"/>
                </a:lnTo>
                <a:cubicBezTo>
                  <a:pt x="0" y="186"/>
                  <a:pt x="1" y="173"/>
                  <a:pt x="3" y="160"/>
                </a:cubicBezTo>
                <a:cubicBezTo>
                  <a:pt x="5" y="147"/>
                  <a:pt x="8" y="135"/>
                  <a:pt x="12" y="123"/>
                </a:cubicBezTo>
                <a:cubicBezTo>
                  <a:pt x="16" y="111"/>
                  <a:pt x="21" y="99"/>
                  <a:pt x="27" y="88"/>
                </a:cubicBezTo>
                <a:cubicBezTo>
                  <a:pt x="32" y="78"/>
                  <a:pt x="39" y="68"/>
                  <a:pt x="46" y="58"/>
                </a:cubicBezTo>
                <a:cubicBezTo>
                  <a:pt x="54" y="49"/>
                  <a:pt x="62" y="41"/>
                  <a:pt x="70" y="34"/>
                </a:cubicBezTo>
                <a:cubicBezTo>
                  <a:pt x="79" y="26"/>
                  <a:pt x="88" y="20"/>
                  <a:pt x="98" y="15"/>
                </a:cubicBezTo>
                <a:cubicBezTo>
                  <a:pt x="107" y="10"/>
                  <a:pt x="117" y="7"/>
                  <a:pt x="128" y="4"/>
                </a:cubicBezTo>
                <a:cubicBezTo>
                  <a:pt x="138" y="1"/>
                  <a:pt x="148" y="0"/>
                  <a:pt x="158" y="0"/>
                </a:cubicBezTo>
                <a:lnTo>
                  <a:pt x="30216" y="0"/>
                </a:lnTo>
                <a:cubicBezTo>
                  <a:pt x="30229" y="0"/>
                  <a:pt x="30242" y="1"/>
                  <a:pt x="30255" y="4"/>
                </a:cubicBezTo>
                <a:cubicBezTo>
                  <a:pt x="30268" y="7"/>
                  <a:pt x="30280" y="10"/>
                  <a:pt x="30292" y="15"/>
                </a:cubicBezTo>
                <a:cubicBezTo>
                  <a:pt x="30304" y="20"/>
                  <a:pt x="30316" y="26"/>
                  <a:pt x="30326" y="34"/>
                </a:cubicBezTo>
                <a:cubicBezTo>
                  <a:pt x="30337" y="41"/>
                  <a:pt x="30347" y="49"/>
                  <a:pt x="30356" y="58"/>
                </a:cubicBezTo>
                <a:cubicBezTo>
                  <a:pt x="30366" y="68"/>
                  <a:pt x="30374" y="78"/>
                  <a:pt x="30381" y="88"/>
                </a:cubicBezTo>
                <a:cubicBezTo>
                  <a:pt x="30388" y="99"/>
                  <a:pt x="30395" y="111"/>
                  <a:pt x="30399" y="123"/>
                </a:cubicBezTo>
                <a:cubicBezTo>
                  <a:pt x="30404" y="135"/>
                  <a:pt x="30408" y="147"/>
                  <a:pt x="30411" y="160"/>
                </a:cubicBezTo>
                <a:cubicBezTo>
                  <a:pt x="30413" y="173"/>
                  <a:pt x="30415" y="186"/>
                  <a:pt x="30415" y="199"/>
                </a:cubicBezTo>
                <a:lnTo>
                  <a:pt x="30415" y="3613"/>
                </a:lnTo>
                <a:cubicBezTo>
                  <a:pt x="30415" y="3626"/>
                  <a:pt x="30413" y="3639"/>
                  <a:pt x="30411" y="3651"/>
                </a:cubicBezTo>
                <a:cubicBezTo>
                  <a:pt x="30408" y="3664"/>
                  <a:pt x="30404" y="3677"/>
                  <a:pt x="30399" y="3689"/>
                </a:cubicBezTo>
                <a:cubicBezTo>
                  <a:pt x="30395" y="3701"/>
                  <a:pt x="30388" y="3712"/>
                  <a:pt x="30381" y="3723"/>
                </a:cubicBezTo>
                <a:cubicBezTo>
                  <a:pt x="30374" y="3734"/>
                  <a:pt x="30366" y="3744"/>
                  <a:pt x="30356" y="3753"/>
                </a:cubicBezTo>
                <a:cubicBezTo>
                  <a:pt x="30347" y="3762"/>
                  <a:pt x="30337" y="3771"/>
                  <a:pt x="30326" y="3778"/>
                </a:cubicBezTo>
                <a:cubicBezTo>
                  <a:pt x="30316" y="3785"/>
                  <a:pt x="30304" y="3791"/>
                  <a:pt x="30292" y="3796"/>
                </a:cubicBezTo>
                <a:cubicBezTo>
                  <a:pt x="30280" y="3801"/>
                  <a:pt x="30268" y="3805"/>
                  <a:pt x="30255" y="3807"/>
                </a:cubicBezTo>
                <a:cubicBezTo>
                  <a:pt x="30242" y="3810"/>
                  <a:pt x="30229" y="3811"/>
                  <a:pt x="30216" y="3811"/>
                </a:cubicBezTo>
                <a:lnTo>
                  <a:pt x="158" y="3811"/>
                </a:lnTo>
                <a:cubicBezTo>
                  <a:pt x="148" y="3811"/>
                  <a:pt x="138" y="3810"/>
                  <a:pt x="128" y="3807"/>
                </a:cubicBezTo>
                <a:cubicBezTo>
                  <a:pt x="117" y="3805"/>
                  <a:pt x="107" y="3801"/>
                  <a:pt x="98" y="3796"/>
                </a:cubicBezTo>
                <a:cubicBezTo>
                  <a:pt x="88" y="3791"/>
                  <a:pt x="79" y="3785"/>
                  <a:pt x="70" y="3778"/>
                </a:cubicBezTo>
                <a:cubicBezTo>
                  <a:pt x="62" y="3771"/>
                  <a:pt x="54" y="3762"/>
                  <a:pt x="46" y="3753"/>
                </a:cubicBezTo>
                <a:cubicBezTo>
                  <a:pt x="39" y="3744"/>
                  <a:pt x="32" y="3734"/>
                  <a:pt x="27" y="3723"/>
                </a:cubicBezTo>
                <a:cubicBezTo>
                  <a:pt x="21" y="3712"/>
                  <a:pt x="16" y="3701"/>
                  <a:pt x="12" y="3689"/>
                </a:cubicBezTo>
                <a:cubicBezTo>
                  <a:pt x="8" y="3677"/>
                  <a:pt x="5" y="3664"/>
                  <a:pt x="3" y="3651"/>
                </a:cubicBezTo>
                <a:cubicBezTo>
                  <a:pt x="1" y="3639"/>
                  <a:pt x="0" y="3626"/>
                  <a:pt x="0" y="361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任意多边形: 形状 122"/>
          <p:cNvSpPr/>
          <p:nvPr/>
        </p:nvSpPr>
        <p:spPr>
          <a:xfrm>
            <a:off x="609480" y="5038560"/>
            <a:ext cx="10973160" cy="1381320"/>
          </a:xfrm>
          <a:custGeom>
            <a:avLst/>
            <a:gdLst/>
            <a:ahLst/>
            <a:cxnLst/>
            <a:rect l="0" t="0" r="r" b="b"/>
            <a:pathLst>
              <a:path w="30481" h="3837">
                <a:moveTo>
                  <a:pt x="0" y="3626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3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2" y="43"/>
                  <a:pt x="94" y="36"/>
                </a:cubicBezTo>
                <a:cubicBezTo>
                  <a:pt x="105" y="28"/>
                  <a:pt x="118" y="21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1"/>
                  <a:pt x="30310" y="4"/>
                </a:cubicBezTo>
                <a:cubicBezTo>
                  <a:pt x="30324" y="7"/>
                  <a:pt x="30337" y="11"/>
                  <a:pt x="30350" y="16"/>
                </a:cubicBezTo>
                <a:cubicBezTo>
                  <a:pt x="30363" y="21"/>
                  <a:pt x="30375" y="28"/>
                  <a:pt x="30387" y="36"/>
                </a:cubicBezTo>
                <a:cubicBezTo>
                  <a:pt x="30398" y="43"/>
                  <a:pt x="30409" y="52"/>
                  <a:pt x="30419" y="62"/>
                </a:cubicBezTo>
                <a:cubicBezTo>
                  <a:pt x="30429" y="72"/>
                  <a:pt x="30437" y="82"/>
                  <a:pt x="30445" y="94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3"/>
                  <a:pt x="30474" y="157"/>
                  <a:pt x="30477" y="170"/>
                </a:cubicBezTo>
                <a:cubicBezTo>
                  <a:pt x="30479" y="184"/>
                  <a:pt x="30481" y="198"/>
                  <a:pt x="30481" y="212"/>
                </a:cubicBezTo>
                <a:lnTo>
                  <a:pt x="30481" y="3626"/>
                </a:lnTo>
                <a:cubicBezTo>
                  <a:pt x="30481" y="3640"/>
                  <a:pt x="30479" y="3653"/>
                  <a:pt x="30477" y="3667"/>
                </a:cubicBezTo>
                <a:cubicBezTo>
                  <a:pt x="30474" y="3681"/>
                  <a:pt x="30470" y="3694"/>
                  <a:pt x="30465" y="3707"/>
                </a:cubicBezTo>
                <a:cubicBezTo>
                  <a:pt x="30459" y="3720"/>
                  <a:pt x="30453" y="3732"/>
                  <a:pt x="30445" y="3743"/>
                </a:cubicBezTo>
                <a:cubicBezTo>
                  <a:pt x="30437" y="3755"/>
                  <a:pt x="30429" y="3766"/>
                  <a:pt x="30419" y="3775"/>
                </a:cubicBezTo>
                <a:cubicBezTo>
                  <a:pt x="30409" y="3785"/>
                  <a:pt x="30398" y="3794"/>
                  <a:pt x="30387" y="3802"/>
                </a:cubicBezTo>
                <a:cubicBezTo>
                  <a:pt x="30375" y="3809"/>
                  <a:pt x="30363" y="3816"/>
                  <a:pt x="30350" y="3821"/>
                </a:cubicBezTo>
                <a:cubicBezTo>
                  <a:pt x="30337" y="3827"/>
                  <a:pt x="30324" y="3831"/>
                  <a:pt x="30310" y="3833"/>
                </a:cubicBezTo>
                <a:cubicBezTo>
                  <a:pt x="30297" y="3836"/>
                  <a:pt x="30283" y="3837"/>
                  <a:pt x="30269" y="3837"/>
                </a:cubicBezTo>
                <a:lnTo>
                  <a:pt x="211" y="3837"/>
                </a:lnTo>
                <a:cubicBezTo>
                  <a:pt x="198" y="3837"/>
                  <a:pt x="184" y="3836"/>
                  <a:pt x="170" y="3833"/>
                </a:cubicBezTo>
                <a:cubicBezTo>
                  <a:pt x="157" y="3831"/>
                  <a:pt x="143" y="3827"/>
                  <a:pt x="130" y="3821"/>
                </a:cubicBezTo>
                <a:cubicBezTo>
                  <a:pt x="118" y="3816"/>
                  <a:pt x="105" y="3809"/>
                  <a:pt x="94" y="3802"/>
                </a:cubicBezTo>
                <a:cubicBezTo>
                  <a:pt x="82" y="3794"/>
                  <a:pt x="72" y="3785"/>
                  <a:pt x="62" y="3775"/>
                </a:cubicBezTo>
                <a:cubicBezTo>
                  <a:pt x="52" y="3766"/>
                  <a:pt x="43" y="3755"/>
                  <a:pt x="36" y="3743"/>
                </a:cubicBezTo>
                <a:cubicBezTo>
                  <a:pt x="28" y="3732"/>
                  <a:pt x="21" y="3720"/>
                  <a:pt x="16" y="3707"/>
                </a:cubicBezTo>
                <a:cubicBezTo>
                  <a:pt x="11" y="3694"/>
                  <a:pt x="7" y="3681"/>
                  <a:pt x="4" y="3667"/>
                </a:cubicBezTo>
                <a:cubicBezTo>
                  <a:pt x="1" y="3653"/>
                  <a:pt x="0" y="3640"/>
                  <a:pt x="0" y="3626"/>
                </a:cubicBezTo>
                <a:moveTo>
                  <a:pt x="106" y="3626"/>
                </a:moveTo>
                <a:lnTo>
                  <a:pt x="106" y="212"/>
                </a:lnTo>
                <a:cubicBezTo>
                  <a:pt x="106" y="199"/>
                  <a:pt x="106" y="187"/>
                  <a:pt x="108" y="175"/>
                </a:cubicBezTo>
                <a:cubicBezTo>
                  <a:pt x="109" y="164"/>
                  <a:pt x="111" y="152"/>
                  <a:pt x="114" y="141"/>
                </a:cubicBezTo>
                <a:cubicBezTo>
                  <a:pt x="116" y="130"/>
                  <a:pt x="120" y="119"/>
                  <a:pt x="124" y="109"/>
                </a:cubicBezTo>
                <a:cubicBezTo>
                  <a:pt x="127" y="99"/>
                  <a:pt x="132" y="89"/>
                  <a:pt x="137" y="81"/>
                </a:cubicBezTo>
                <a:cubicBezTo>
                  <a:pt x="142" y="72"/>
                  <a:pt x="147" y="64"/>
                  <a:pt x="153" y="58"/>
                </a:cubicBezTo>
                <a:cubicBezTo>
                  <a:pt x="158" y="51"/>
                  <a:pt x="165" y="45"/>
                  <a:pt x="171" y="41"/>
                </a:cubicBezTo>
                <a:cubicBezTo>
                  <a:pt x="177" y="36"/>
                  <a:pt x="184" y="32"/>
                  <a:pt x="191" y="30"/>
                </a:cubicBezTo>
                <a:cubicBezTo>
                  <a:pt x="198" y="28"/>
                  <a:pt x="205" y="26"/>
                  <a:pt x="211" y="26"/>
                </a:cubicBezTo>
                <a:lnTo>
                  <a:pt x="30269" y="26"/>
                </a:lnTo>
                <a:cubicBezTo>
                  <a:pt x="30281" y="26"/>
                  <a:pt x="30293" y="28"/>
                  <a:pt x="30305" y="30"/>
                </a:cubicBezTo>
                <a:cubicBezTo>
                  <a:pt x="30317" y="32"/>
                  <a:pt x="30329" y="36"/>
                  <a:pt x="30340" y="41"/>
                </a:cubicBezTo>
                <a:cubicBezTo>
                  <a:pt x="30351" y="45"/>
                  <a:pt x="30362" y="51"/>
                  <a:pt x="30372" y="58"/>
                </a:cubicBezTo>
                <a:cubicBezTo>
                  <a:pt x="30382" y="64"/>
                  <a:pt x="30392" y="72"/>
                  <a:pt x="30400" y="81"/>
                </a:cubicBezTo>
                <a:cubicBezTo>
                  <a:pt x="30409" y="89"/>
                  <a:pt x="30416" y="99"/>
                  <a:pt x="30423" y="109"/>
                </a:cubicBezTo>
                <a:cubicBezTo>
                  <a:pt x="30430" y="119"/>
                  <a:pt x="30436" y="130"/>
                  <a:pt x="30440" y="141"/>
                </a:cubicBezTo>
                <a:cubicBezTo>
                  <a:pt x="30445" y="152"/>
                  <a:pt x="30448" y="164"/>
                  <a:pt x="30451" y="175"/>
                </a:cubicBezTo>
                <a:cubicBezTo>
                  <a:pt x="30453" y="187"/>
                  <a:pt x="30454" y="199"/>
                  <a:pt x="30454" y="212"/>
                </a:cubicBezTo>
                <a:lnTo>
                  <a:pt x="30454" y="3626"/>
                </a:lnTo>
                <a:cubicBezTo>
                  <a:pt x="30454" y="3638"/>
                  <a:pt x="30453" y="3650"/>
                  <a:pt x="30451" y="3662"/>
                </a:cubicBezTo>
                <a:cubicBezTo>
                  <a:pt x="30448" y="3674"/>
                  <a:pt x="30445" y="3685"/>
                  <a:pt x="30440" y="3697"/>
                </a:cubicBezTo>
                <a:cubicBezTo>
                  <a:pt x="30436" y="3708"/>
                  <a:pt x="30430" y="3719"/>
                  <a:pt x="30423" y="3729"/>
                </a:cubicBezTo>
                <a:cubicBezTo>
                  <a:pt x="30416" y="3739"/>
                  <a:pt x="30409" y="3748"/>
                  <a:pt x="30400" y="3757"/>
                </a:cubicBezTo>
                <a:cubicBezTo>
                  <a:pt x="30392" y="3765"/>
                  <a:pt x="30382" y="3773"/>
                  <a:pt x="30372" y="3780"/>
                </a:cubicBezTo>
                <a:cubicBezTo>
                  <a:pt x="30362" y="3786"/>
                  <a:pt x="30351" y="3792"/>
                  <a:pt x="30340" y="3797"/>
                </a:cubicBezTo>
                <a:cubicBezTo>
                  <a:pt x="30329" y="3802"/>
                  <a:pt x="30317" y="3805"/>
                  <a:pt x="30305" y="3807"/>
                </a:cubicBezTo>
                <a:cubicBezTo>
                  <a:pt x="30293" y="3810"/>
                  <a:pt x="30281" y="3811"/>
                  <a:pt x="30269" y="3811"/>
                </a:cubicBezTo>
                <a:lnTo>
                  <a:pt x="211" y="3811"/>
                </a:lnTo>
                <a:cubicBezTo>
                  <a:pt x="205" y="3811"/>
                  <a:pt x="198" y="3810"/>
                  <a:pt x="191" y="3807"/>
                </a:cubicBezTo>
                <a:cubicBezTo>
                  <a:pt x="184" y="3805"/>
                  <a:pt x="177" y="3802"/>
                  <a:pt x="171" y="3797"/>
                </a:cubicBezTo>
                <a:cubicBezTo>
                  <a:pt x="165" y="3792"/>
                  <a:pt x="158" y="3786"/>
                  <a:pt x="153" y="3780"/>
                </a:cubicBezTo>
                <a:cubicBezTo>
                  <a:pt x="147" y="3773"/>
                  <a:pt x="142" y="3765"/>
                  <a:pt x="137" y="3757"/>
                </a:cubicBezTo>
                <a:cubicBezTo>
                  <a:pt x="132" y="3748"/>
                  <a:pt x="127" y="3739"/>
                  <a:pt x="124" y="3729"/>
                </a:cubicBezTo>
                <a:cubicBezTo>
                  <a:pt x="120" y="3719"/>
                  <a:pt x="116" y="3708"/>
                  <a:pt x="114" y="3697"/>
                </a:cubicBezTo>
                <a:cubicBezTo>
                  <a:pt x="111" y="3685"/>
                  <a:pt x="109" y="3674"/>
                  <a:pt x="108" y="3662"/>
                </a:cubicBezTo>
                <a:cubicBezTo>
                  <a:pt x="106" y="3650"/>
                  <a:pt x="106" y="3638"/>
                  <a:pt x="106" y="3626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1689480" y="4192560"/>
            <a:ext cx="93878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从静态配置转向动态策略，结合边缘计算与人工智能，使系统能够根据环境和需求自动调整，提升了整体的灵活性和智能水平。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1689480" y="5388480"/>
            <a:ext cx="1005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i="0" u="none" strike="noStrike">
                <a:solidFill>
                  <a:srgbClr val="212529"/>
                </a:solidFill>
                <a:effectLst/>
                <a:uFillTx/>
                <a:latin typeface="Inter, sans-serif"/>
                <a:ea typeface="Inter, sans-serif"/>
              </a:rPr>
              <a:t>自动发现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1689480" y="5887800"/>
            <a:ext cx="670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广泛应用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2299320" y="5891400"/>
            <a:ext cx="4917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mDNS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2790360" y="58878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2942640" y="5891400"/>
            <a:ext cx="415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SSDP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3357720" y="58878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3510000" y="5891400"/>
            <a:ext cx="364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UDP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3871440" y="5887800"/>
            <a:ext cx="4693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广播等协议，实现了设备的自动发现与配置，推动了即插即用（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8138520" y="5891400"/>
            <a:ext cx="10058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Plug &amp; Play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8926560" y="5887800"/>
            <a:ext cx="10210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）理念的普及。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952560" y="1938960"/>
            <a:ext cx="603504" cy="512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600" b="1" i="0" u="none" strike="noStrike">
                <a:solidFill>
                  <a:srgbClr val="0A3D62">
                    <a:alpha val="20000"/>
                  </a:srgbClr>
                </a:solidFill>
                <a:effectLst/>
                <a:uFillTx/>
                <a:latin typeface="Inter, sans-serif"/>
                <a:ea typeface="Inter, sans-serif"/>
              </a:rPr>
              <a:t>01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952560" y="3624840"/>
            <a:ext cx="603504" cy="512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600" b="1" i="0" u="none" strike="noStrike">
                <a:solidFill>
                  <a:srgbClr val="0A3D62">
                    <a:alpha val="20000"/>
                  </a:srgbClr>
                </a:solidFill>
                <a:effectLst/>
                <a:uFillTx/>
                <a:latin typeface="Inter, sans-serif"/>
                <a:ea typeface="Inter, sans-serif"/>
              </a:rPr>
              <a:t>02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952560" y="5320440"/>
            <a:ext cx="603504" cy="512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600" b="1" i="0" u="none" strike="noStrike">
                <a:solidFill>
                  <a:srgbClr val="0A3D62">
                    <a:alpha val="20000"/>
                  </a:srgbClr>
                </a:solidFill>
                <a:effectLst/>
                <a:uFillTx/>
                <a:latin typeface="Inter, sans-serif"/>
                <a:ea typeface="Inter, sans-serif"/>
              </a:rPr>
              <a:t>03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任意多边形: 形状 13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9" name="图片 138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图片 139"/>
          <p:cNvPicPr/>
          <p:nvPr/>
        </p:nvPicPr>
        <p:blipFill>
          <a:blip r:embed="rId3"/>
          <a:stretch/>
        </p:blipFill>
        <p:spPr>
          <a:xfrm>
            <a:off x="10477440" y="5381640"/>
            <a:ext cx="1904760" cy="14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任意多边形: 形状 140"/>
          <p:cNvSpPr/>
          <p:nvPr/>
        </p:nvSpPr>
        <p:spPr>
          <a:xfrm>
            <a:off x="761760" y="1409400"/>
            <a:ext cx="762480" cy="38520"/>
          </a:xfrm>
          <a:custGeom>
            <a:avLst/>
            <a:gdLst/>
            <a:ahLst/>
            <a:cxn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4" y="34"/>
                </a:cubicBezTo>
                <a:cubicBezTo>
                  <a:pt x="7" y="28"/>
                  <a:pt x="11" y="21"/>
                  <a:pt x="16" y="16"/>
                </a:cubicBezTo>
                <a:cubicBezTo>
                  <a:pt x="21" y="11"/>
                  <a:pt x="26" y="7"/>
                  <a:pt x="33" y="4"/>
                </a:cubicBezTo>
                <a:cubicBezTo>
                  <a:pt x="39" y="2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2"/>
                  <a:pt x="2085" y="4"/>
                </a:cubicBezTo>
                <a:cubicBezTo>
                  <a:pt x="2092" y="7"/>
                  <a:pt x="2097" y="11"/>
                  <a:pt x="2102" y="16"/>
                </a:cubicBezTo>
                <a:cubicBezTo>
                  <a:pt x="2107" y="21"/>
                  <a:pt x="2111" y="28"/>
                  <a:pt x="2114" y="34"/>
                </a:cubicBezTo>
                <a:cubicBezTo>
                  <a:pt x="2116" y="40"/>
                  <a:pt x="2118" y="47"/>
                  <a:pt x="2118" y="54"/>
                </a:cubicBezTo>
                <a:cubicBezTo>
                  <a:pt x="2118" y="61"/>
                  <a:pt x="2116" y="68"/>
                  <a:pt x="2114" y="74"/>
                </a:cubicBezTo>
                <a:cubicBezTo>
                  <a:pt x="2111" y="81"/>
                  <a:pt x="2107" y="87"/>
                  <a:pt x="2102" y="92"/>
                </a:cubicBezTo>
                <a:cubicBezTo>
                  <a:pt x="2097" y="97"/>
                  <a:pt x="2092" y="100"/>
                  <a:pt x="2085" y="103"/>
                </a:cubicBezTo>
                <a:cubicBezTo>
                  <a:pt x="2079" y="106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39" y="106"/>
                  <a:pt x="33" y="103"/>
                </a:cubicBezTo>
                <a:cubicBezTo>
                  <a:pt x="26" y="100"/>
                  <a:pt x="21" y="97"/>
                  <a:pt x="16" y="92"/>
                </a:cubicBezTo>
                <a:cubicBezTo>
                  <a:pt x="11" y="87"/>
                  <a:pt x="7" y="81"/>
                  <a:pt x="4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762120" y="675000"/>
            <a:ext cx="372999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000" b="1" i="0" u="none" strike="noStrike">
                <a:solidFill>
                  <a:srgbClr val="0A3D62"/>
                </a:solidFill>
                <a:effectLst/>
                <a:uFillTx/>
                <a:latin typeface="Inter, sans-serif"/>
                <a:ea typeface="Inter, sans-serif"/>
              </a:rPr>
              <a:t>主要研究内容（一）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762120" y="2674080"/>
            <a:ext cx="27660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1" i="0" u="none" strike="noStrike">
                <a:solidFill>
                  <a:srgbClr val="0A3D62"/>
                </a:solidFill>
                <a:effectLst/>
                <a:uFillTx/>
                <a:latin typeface="Inter, sans-serif"/>
                <a:ea typeface="Inter, sans-serif"/>
              </a:rPr>
              <a:t>探针守护进程核心功能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762120" y="3326760"/>
            <a:ext cx="3017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i="0" u="none" strike="noStrike">
                <a:solidFill>
                  <a:srgbClr val="3C6E71"/>
                </a:solidFill>
                <a:effectLst/>
                <a:uFillTx/>
                <a:latin typeface="Inter, sans-serif"/>
                <a:ea typeface="Inter, sans-serif"/>
              </a:rPr>
              <a:t>01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1168920" y="3298320"/>
            <a:ext cx="15087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i="0" u="none" strike="noStrike">
                <a:solidFill>
                  <a:srgbClr val="212529"/>
                </a:solidFill>
                <a:effectLst/>
                <a:uFillTx/>
                <a:latin typeface="Inter, sans-serif"/>
                <a:ea typeface="Inter, sans-serif"/>
              </a:rPr>
              <a:t>多源连接管理模块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1168920" y="3611520"/>
            <a:ext cx="30175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统一连接池，支持异构数据源，断线重连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762120" y="4117320"/>
            <a:ext cx="3017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i="0" u="none" strike="noStrike">
                <a:solidFill>
                  <a:srgbClr val="3C6E71"/>
                </a:solidFill>
                <a:effectLst/>
                <a:uFillTx/>
                <a:latin typeface="Inter, sans-serif"/>
                <a:ea typeface="Inter, sans-serif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1168920" y="4088880"/>
            <a:ext cx="2074545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i="0" u="none" strike="noStrike">
                <a:solidFill>
                  <a:srgbClr val="212529"/>
                </a:solidFill>
                <a:effectLst/>
                <a:uFillTx/>
                <a:latin typeface="Inter, sans-serif"/>
                <a:ea typeface="Inter, sans-serif"/>
              </a:rPr>
              <a:t>变化感知与主动上报模块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1168920" y="4402080"/>
            <a:ext cx="2514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事件驱动，增量感知，元数据推送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762120" y="4917600"/>
            <a:ext cx="3017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i="0" u="none" strike="noStrike">
                <a:solidFill>
                  <a:srgbClr val="3C6E71"/>
                </a:solidFill>
                <a:effectLst/>
                <a:uFillTx/>
                <a:latin typeface="Inter, sans-serif"/>
                <a:ea typeface="Inter, sans-serif"/>
              </a:rPr>
              <a:t>03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1168920" y="4889160"/>
            <a:ext cx="2074545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i="0" u="none" strike="noStrike">
                <a:solidFill>
                  <a:srgbClr val="212529"/>
                </a:solidFill>
                <a:effectLst/>
                <a:uFillTx/>
                <a:latin typeface="Inter, sans-serif"/>
                <a:ea typeface="Inter, sans-serif"/>
              </a:rPr>
              <a:t>策略驱动的数据提取模块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任意多边形: 形状 151"/>
          <p:cNvSpPr/>
          <p:nvPr/>
        </p:nvSpPr>
        <p:spPr>
          <a:xfrm>
            <a:off x="6572160" y="2000160"/>
            <a:ext cx="4839120" cy="4077000"/>
          </a:xfrm>
          <a:custGeom>
            <a:avLst/>
            <a:gdLst/>
            <a:ahLst/>
            <a:cxnLst/>
            <a:rect l="0" t="0" r="r" b="b"/>
            <a:pathLst>
              <a:path w="13442" h="11325" fill="none">
                <a:moveTo>
                  <a:pt x="0" y="11166"/>
                </a:moveTo>
                <a:lnTo>
                  <a:pt x="0" y="159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13283" y="0"/>
                </a:lnTo>
                <a:cubicBezTo>
                  <a:pt x="13293" y="0"/>
                  <a:pt x="13304" y="1"/>
                  <a:pt x="13314" y="3"/>
                </a:cubicBezTo>
                <a:cubicBezTo>
                  <a:pt x="13324" y="5"/>
                  <a:pt x="13334" y="8"/>
                  <a:pt x="13344" y="12"/>
                </a:cubicBezTo>
                <a:cubicBezTo>
                  <a:pt x="13353" y="16"/>
                  <a:pt x="13362" y="21"/>
                  <a:pt x="13371" y="27"/>
                </a:cubicBezTo>
                <a:cubicBezTo>
                  <a:pt x="13380" y="32"/>
                  <a:pt x="13388" y="39"/>
                  <a:pt x="13395" y="46"/>
                </a:cubicBezTo>
                <a:cubicBezTo>
                  <a:pt x="13402" y="54"/>
                  <a:pt x="13409" y="62"/>
                  <a:pt x="13415" y="70"/>
                </a:cubicBezTo>
                <a:cubicBezTo>
                  <a:pt x="13421" y="79"/>
                  <a:pt x="13426" y="88"/>
                  <a:pt x="13429" y="98"/>
                </a:cubicBezTo>
                <a:cubicBezTo>
                  <a:pt x="13433" y="108"/>
                  <a:pt x="13436" y="118"/>
                  <a:pt x="13439" y="129"/>
                </a:cubicBezTo>
                <a:cubicBezTo>
                  <a:pt x="13441" y="139"/>
                  <a:pt x="13442" y="149"/>
                  <a:pt x="13442" y="159"/>
                </a:cubicBezTo>
                <a:lnTo>
                  <a:pt x="13442" y="11166"/>
                </a:lnTo>
                <a:cubicBezTo>
                  <a:pt x="13442" y="11177"/>
                  <a:pt x="13441" y="11187"/>
                  <a:pt x="13439" y="11197"/>
                </a:cubicBezTo>
                <a:cubicBezTo>
                  <a:pt x="13436" y="11207"/>
                  <a:pt x="13433" y="11217"/>
                  <a:pt x="13429" y="11227"/>
                </a:cubicBezTo>
                <a:cubicBezTo>
                  <a:pt x="13426" y="11237"/>
                  <a:pt x="13421" y="11246"/>
                  <a:pt x="13415" y="11254"/>
                </a:cubicBezTo>
                <a:cubicBezTo>
                  <a:pt x="13409" y="11263"/>
                  <a:pt x="13402" y="11271"/>
                  <a:pt x="13395" y="11278"/>
                </a:cubicBezTo>
                <a:cubicBezTo>
                  <a:pt x="13388" y="11286"/>
                  <a:pt x="13380" y="11292"/>
                  <a:pt x="13371" y="11298"/>
                </a:cubicBezTo>
                <a:cubicBezTo>
                  <a:pt x="13362" y="11304"/>
                  <a:pt x="13353" y="11309"/>
                  <a:pt x="13344" y="11313"/>
                </a:cubicBezTo>
                <a:cubicBezTo>
                  <a:pt x="13334" y="11317"/>
                  <a:pt x="13324" y="11320"/>
                  <a:pt x="13314" y="11322"/>
                </a:cubicBezTo>
                <a:cubicBezTo>
                  <a:pt x="13304" y="11324"/>
                  <a:pt x="13293" y="11325"/>
                  <a:pt x="13283" y="11325"/>
                </a:cubicBezTo>
                <a:lnTo>
                  <a:pt x="158" y="11325"/>
                </a:lnTo>
                <a:cubicBezTo>
                  <a:pt x="148" y="11325"/>
                  <a:pt x="138" y="11324"/>
                  <a:pt x="128" y="11322"/>
                </a:cubicBezTo>
                <a:cubicBezTo>
                  <a:pt x="117" y="11320"/>
                  <a:pt x="107" y="11317"/>
                  <a:pt x="98" y="11313"/>
                </a:cubicBezTo>
                <a:cubicBezTo>
                  <a:pt x="88" y="11309"/>
                  <a:pt x="79" y="11304"/>
                  <a:pt x="70" y="11298"/>
                </a:cubicBezTo>
                <a:cubicBezTo>
                  <a:pt x="62" y="11292"/>
                  <a:pt x="54" y="11286"/>
                  <a:pt x="46" y="11278"/>
                </a:cubicBezTo>
                <a:cubicBezTo>
                  <a:pt x="39" y="11271"/>
                  <a:pt x="32" y="11263"/>
                  <a:pt x="27" y="11254"/>
                </a:cubicBezTo>
                <a:cubicBezTo>
                  <a:pt x="21" y="11246"/>
                  <a:pt x="16" y="11237"/>
                  <a:pt x="12" y="11227"/>
                </a:cubicBezTo>
                <a:cubicBezTo>
                  <a:pt x="8" y="11217"/>
                  <a:pt x="5" y="11207"/>
                  <a:pt x="3" y="11197"/>
                </a:cubicBezTo>
                <a:cubicBezTo>
                  <a:pt x="1" y="11187"/>
                  <a:pt x="0" y="11177"/>
                  <a:pt x="0" y="11166"/>
                </a:cubicBezTo>
              </a:path>
            </a:pathLst>
          </a:custGeom>
          <a:ln w="37800">
            <a:solidFill>
              <a:srgbClr val="3C6E71"/>
            </a:solidFill>
            <a:miter/>
          </a:ln>
          <a:effectLst>
            <a:outerShdw blurRad="190500" dist="127000" dir="5400000" algn="tl" rotWithShape="0">
              <a:prstClr val="black">
                <a:alpha val="100000"/>
              </a:prstClr>
            </a:outerShdw>
          </a:effectLst>
        </p:spPr>
        <p:txBody>
          <a:bodyPr lIns="18720" tIns="18720" rIns="18720" bIns="187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3" name="图片 152"/>
          <p:cNvPicPr/>
          <p:nvPr/>
        </p:nvPicPr>
        <p:blipFill>
          <a:blip r:embed="rId4"/>
          <a:stretch/>
        </p:blipFill>
        <p:spPr>
          <a:xfrm>
            <a:off x="6590160" y="2019240"/>
            <a:ext cx="4802400" cy="40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文本框 153"/>
          <p:cNvSpPr txBox="1"/>
          <p:nvPr/>
        </p:nvSpPr>
        <p:spPr>
          <a:xfrm>
            <a:off x="1168920" y="5202000"/>
            <a:ext cx="30175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本地规则引擎，边缘清洗，减少传输压力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任意多边形: 形状 1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6" name="图片 155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图片 156"/>
          <p:cNvPicPr/>
          <p:nvPr/>
        </p:nvPicPr>
        <p:blipFill>
          <a:blip r:embed="rId3"/>
          <a:stretch/>
        </p:blipFill>
        <p:spPr>
          <a:xfrm>
            <a:off x="10477440" y="5381640"/>
            <a:ext cx="1904760" cy="14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任意多边形: 形状 157"/>
          <p:cNvSpPr/>
          <p:nvPr/>
        </p:nvSpPr>
        <p:spPr>
          <a:xfrm>
            <a:off x="609480" y="1409400"/>
            <a:ext cx="762120" cy="38520"/>
          </a:xfrm>
          <a:custGeom>
            <a:avLst/>
            <a:gdLst/>
            <a:ahLst/>
            <a:cxnLst/>
            <a:rect l="0" t="0" r="r" b="b"/>
            <a:pathLst>
              <a:path w="2117" h="107">
                <a:moveTo>
                  <a:pt x="0" y="54"/>
                </a:moveTo>
                <a:cubicBezTo>
                  <a:pt x="0" y="47"/>
                  <a:pt x="1" y="40"/>
                  <a:pt x="4" y="34"/>
                </a:cubicBezTo>
                <a:cubicBezTo>
                  <a:pt x="7" y="28"/>
                  <a:pt x="10" y="21"/>
                  <a:pt x="15" y="16"/>
                </a:cubicBezTo>
                <a:cubicBezTo>
                  <a:pt x="20" y="11"/>
                  <a:pt x="26" y="7"/>
                  <a:pt x="32" y="4"/>
                </a:cubicBezTo>
                <a:cubicBezTo>
                  <a:pt x="39" y="2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8" y="2"/>
                  <a:pt x="2085" y="4"/>
                </a:cubicBezTo>
                <a:cubicBezTo>
                  <a:pt x="2091" y="7"/>
                  <a:pt x="2097" y="11"/>
                  <a:pt x="2102" y="16"/>
                </a:cubicBezTo>
                <a:cubicBezTo>
                  <a:pt x="2107" y="21"/>
                  <a:pt x="2111" y="28"/>
                  <a:pt x="2113" y="34"/>
                </a:cubicBezTo>
                <a:cubicBezTo>
                  <a:pt x="2116" y="40"/>
                  <a:pt x="2117" y="47"/>
                  <a:pt x="2117" y="54"/>
                </a:cubicBezTo>
                <a:cubicBezTo>
                  <a:pt x="2117" y="61"/>
                  <a:pt x="2116" y="68"/>
                  <a:pt x="2113" y="74"/>
                </a:cubicBezTo>
                <a:cubicBezTo>
                  <a:pt x="2111" y="81"/>
                  <a:pt x="2107" y="87"/>
                  <a:pt x="2102" y="92"/>
                </a:cubicBezTo>
                <a:cubicBezTo>
                  <a:pt x="2097" y="97"/>
                  <a:pt x="2091" y="100"/>
                  <a:pt x="2085" y="103"/>
                </a:cubicBezTo>
                <a:cubicBezTo>
                  <a:pt x="2078" y="106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39" y="106"/>
                  <a:pt x="32" y="103"/>
                </a:cubicBezTo>
                <a:cubicBezTo>
                  <a:pt x="26" y="100"/>
                  <a:pt x="20" y="97"/>
                  <a:pt x="15" y="92"/>
                </a:cubicBezTo>
                <a:cubicBezTo>
                  <a:pt x="10" y="87"/>
                  <a:pt x="7" y="81"/>
                  <a:pt x="4" y="74"/>
                </a:cubicBezTo>
                <a:cubicBezTo>
                  <a:pt x="1" y="68"/>
                  <a:pt x="0" y="61"/>
                  <a:pt x="0" y="54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628560" y="2124000"/>
            <a:ext cx="10954080" cy="1019520"/>
          </a:xfrm>
          <a:custGeom>
            <a:avLst/>
            <a:gdLst/>
            <a:ahLst/>
            <a:cxnLst/>
            <a:rect l="0" t="0" r="r" b="b"/>
            <a:pathLst>
              <a:path w="30428" h="2832">
                <a:moveTo>
                  <a:pt x="0" y="2620"/>
                </a:moveTo>
                <a:lnTo>
                  <a:pt x="0" y="211"/>
                </a:lnTo>
                <a:cubicBezTo>
                  <a:pt x="0" y="197"/>
                  <a:pt x="1" y="184"/>
                  <a:pt x="3" y="170"/>
                </a:cubicBezTo>
                <a:cubicBezTo>
                  <a:pt x="5" y="156"/>
                  <a:pt x="8" y="143"/>
                  <a:pt x="12" y="130"/>
                </a:cubicBezTo>
                <a:cubicBezTo>
                  <a:pt x="16" y="118"/>
                  <a:pt x="21" y="105"/>
                  <a:pt x="27" y="94"/>
                </a:cubicBezTo>
                <a:cubicBezTo>
                  <a:pt x="32" y="82"/>
                  <a:pt x="39" y="72"/>
                  <a:pt x="46" y="62"/>
                </a:cubicBezTo>
                <a:cubicBezTo>
                  <a:pt x="54" y="52"/>
                  <a:pt x="62" y="43"/>
                  <a:pt x="70" y="35"/>
                </a:cubicBezTo>
                <a:cubicBezTo>
                  <a:pt x="79" y="28"/>
                  <a:pt x="88" y="21"/>
                  <a:pt x="98" y="16"/>
                </a:cubicBezTo>
                <a:cubicBezTo>
                  <a:pt x="107" y="11"/>
                  <a:pt x="117" y="6"/>
                  <a:pt x="128" y="4"/>
                </a:cubicBezTo>
                <a:cubicBezTo>
                  <a:pt x="138" y="1"/>
                  <a:pt x="148" y="0"/>
                  <a:pt x="158" y="0"/>
                </a:cubicBezTo>
                <a:lnTo>
                  <a:pt x="30216" y="0"/>
                </a:lnTo>
                <a:cubicBezTo>
                  <a:pt x="30230" y="0"/>
                  <a:pt x="30244" y="1"/>
                  <a:pt x="30257" y="4"/>
                </a:cubicBezTo>
                <a:cubicBezTo>
                  <a:pt x="30271" y="6"/>
                  <a:pt x="30284" y="11"/>
                  <a:pt x="30297" y="16"/>
                </a:cubicBezTo>
                <a:cubicBezTo>
                  <a:pt x="30310" y="21"/>
                  <a:pt x="30322" y="28"/>
                  <a:pt x="30334" y="35"/>
                </a:cubicBezTo>
                <a:cubicBezTo>
                  <a:pt x="30345" y="43"/>
                  <a:pt x="30356" y="52"/>
                  <a:pt x="30366" y="62"/>
                </a:cubicBezTo>
                <a:cubicBezTo>
                  <a:pt x="30376" y="72"/>
                  <a:pt x="30384" y="82"/>
                  <a:pt x="30392" y="94"/>
                </a:cubicBezTo>
                <a:cubicBezTo>
                  <a:pt x="30400" y="105"/>
                  <a:pt x="30406" y="118"/>
                  <a:pt x="30412" y="130"/>
                </a:cubicBezTo>
                <a:cubicBezTo>
                  <a:pt x="30417" y="143"/>
                  <a:pt x="30421" y="156"/>
                  <a:pt x="30424" y="170"/>
                </a:cubicBezTo>
                <a:cubicBezTo>
                  <a:pt x="30426" y="184"/>
                  <a:pt x="30428" y="197"/>
                  <a:pt x="30428" y="211"/>
                </a:cubicBezTo>
                <a:lnTo>
                  <a:pt x="30428" y="2620"/>
                </a:lnTo>
                <a:cubicBezTo>
                  <a:pt x="30428" y="2634"/>
                  <a:pt x="30426" y="2648"/>
                  <a:pt x="30424" y="2661"/>
                </a:cubicBezTo>
                <a:cubicBezTo>
                  <a:pt x="30421" y="2675"/>
                  <a:pt x="30417" y="2688"/>
                  <a:pt x="30412" y="2701"/>
                </a:cubicBezTo>
                <a:cubicBezTo>
                  <a:pt x="30406" y="2714"/>
                  <a:pt x="30400" y="2726"/>
                  <a:pt x="30392" y="2738"/>
                </a:cubicBezTo>
                <a:cubicBezTo>
                  <a:pt x="30384" y="2749"/>
                  <a:pt x="30376" y="2760"/>
                  <a:pt x="30366" y="2770"/>
                </a:cubicBezTo>
                <a:cubicBezTo>
                  <a:pt x="30356" y="2780"/>
                  <a:pt x="30345" y="2788"/>
                  <a:pt x="30334" y="2796"/>
                </a:cubicBezTo>
                <a:cubicBezTo>
                  <a:pt x="30322" y="2804"/>
                  <a:pt x="30310" y="2810"/>
                  <a:pt x="30297" y="2816"/>
                </a:cubicBezTo>
                <a:cubicBezTo>
                  <a:pt x="30284" y="2821"/>
                  <a:pt x="30271" y="2825"/>
                  <a:pt x="30257" y="2828"/>
                </a:cubicBezTo>
                <a:cubicBezTo>
                  <a:pt x="30244" y="2830"/>
                  <a:pt x="30230" y="2832"/>
                  <a:pt x="30216" y="2832"/>
                </a:cubicBezTo>
                <a:lnTo>
                  <a:pt x="158" y="2832"/>
                </a:lnTo>
                <a:cubicBezTo>
                  <a:pt x="148" y="2832"/>
                  <a:pt x="138" y="2830"/>
                  <a:pt x="128" y="2828"/>
                </a:cubicBezTo>
                <a:cubicBezTo>
                  <a:pt x="117" y="2825"/>
                  <a:pt x="107" y="2821"/>
                  <a:pt x="98" y="2816"/>
                </a:cubicBezTo>
                <a:cubicBezTo>
                  <a:pt x="88" y="2810"/>
                  <a:pt x="79" y="2804"/>
                  <a:pt x="70" y="2796"/>
                </a:cubicBezTo>
                <a:cubicBezTo>
                  <a:pt x="62" y="2788"/>
                  <a:pt x="54" y="2780"/>
                  <a:pt x="46" y="2770"/>
                </a:cubicBezTo>
                <a:cubicBezTo>
                  <a:pt x="39" y="2760"/>
                  <a:pt x="32" y="2749"/>
                  <a:pt x="27" y="2738"/>
                </a:cubicBezTo>
                <a:cubicBezTo>
                  <a:pt x="21" y="2726"/>
                  <a:pt x="16" y="2714"/>
                  <a:pt x="12" y="2701"/>
                </a:cubicBezTo>
                <a:cubicBezTo>
                  <a:pt x="8" y="2688"/>
                  <a:pt x="5" y="2675"/>
                  <a:pt x="3" y="2661"/>
                </a:cubicBezTo>
                <a:cubicBezTo>
                  <a:pt x="1" y="2648"/>
                  <a:pt x="0" y="2634"/>
                  <a:pt x="0" y="26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任意多边形: 形状 159"/>
          <p:cNvSpPr/>
          <p:nvPr/>
        </p:nvSpPr>
        <p:spPr>
          <a:xfrm>
            <a:off x="609480" y="2124000"/>
            <a:ext cx="76320" cy="1019520"/>
          </a:xfrm>
          <a:custGeom>
            <a:avLst/>
            <a:gdLst/>
            <a:ahLst/>
            <a:cxnLst/>
            <a:rect l="0" t="0" r="r" b="b"/>
            <a:pathLst>
              <a:path w="212" h="2832">
                <a:moveTo>
                  <a:pt x="0" y="0"/>
                </a:moveTo>
                <a:lnTo>
                  <a:pt x="212" y="0"/>
                </a:lnTo>
                <a:lnTo>
                  <a:pt x="212" y="2832"/>
                </a:lnTo>
                <a:lnTo>
                  <a:pt x="0" y="2832"/>
                </a:lnTo>
                <a:lnTo>
                  <a:pt x="0" y="0"/>
                </a:ln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609480" y="675000"/>
            <a:ext cx="372999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000" b="1" i="0" u="none" strike="noStrike">
                <a:solidFill>
                  <a:srgbClr val="0A3D62"/>
                </a:solidFill>
                <a:effectLst/>
                <a:uFillTx/>
                <a:latin typeface="Inter, sans-serif"/>
                <a:ea typeface="Inter, sans-serif"/>
              </a:rPr>
              <a:t>主要研究内容（二）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1486440" y="2383920"/>
            <a:ext cx="1320165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i="0" u="none" strike="noStrike">
                <a:solidFill>
                  <a:srgbClr val="212529"/>
                </a:solidFill>
                <a:effectLst/>
                <a:uFillTx/>
                <a:latin typeface="Inter, sans-serif"/>
                <a:ea typeface="Inter, sans-serif"/>
              </a:rPr>
              <a:t>局域网自动发现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1486440" y="2700360"/>
            <a:ext cx="3225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UDP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1808280" y="2697120"/>
            <a:ext cx="335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广播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2112840" y="270036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任意多边形: 形状 165"/>
          <p:cNvSpPr/>
          <p:nvPr/>
        </p:nvSpPr>
        <p:spPr>
          <a:xfrm>
            <a:off x="628560" y="3447720"/>
            <a:ext cx="10954080" cy="1029240"/>
          </a:xfrm>
          <a:custGeom>
            <a:avLst/>
            <a:gdLst/>
            <a:ahLst/>
            <a:cxnLst/>
            <a:rect l="0" t="0" r="r" b="b"/>
            <a:pathLst>
              <a:path w="30428" h="2859">
                <a:moveTo>
                  <a:pt x="0" y="2647"/>
                </a:moveTo>
                <a:lnTo>
                  <a:pt x="0" y="212"/>
                </a:lnTo>
                <a:cubicBezTo>
                  <a:pt x="0" y="198"/>
                  <a:pt x="1" y="184"/>
                  <a:pt x="3" y="171"/>
                </a:cubicBezTo>
                <a:cubicBezTo>
                  <a:pt x="5" y="157"/>
                  <a:pt x="8" y="144"/>
                  <a:pt x="12" y="131"/>
                </a:cubicBezTo>
                <a:cubicBezTo>
                  <a:pt x="16" y="118"/>
                  <a:pt x="21" y="106"/>
                  <a:pt x="27" y="94"/>
                </a:cubicBezTo>
                <a:cubicBezTo>
                  <a:pt x="32" y="83"/>
                  <a:pt x="39" y="72"/>
                  <a:pt x="46" y="62"/>
                </a:cubicBezTo>
                <a:cubicBezTo>
                  <a:pt x="54" y="53"/>
                  <a:pt x="62" y="44"/>
                  <a:pt x="70" y="36"/>
                </a:cubicBezTo>
                <a:cubicBezTo>
                  <a:pt x="79" y="28"/>
                  <a:pt x="88" y="22"/>
                  <a:pt x="98" y="17"/>
                </a:cubicBezTo>
                <a:cubicBezTo>
                  <a:pt x="107" y="11"/>
                  <a:pt x="117" y="7"/>
                  <a:pt x="128" y="4"/>
                </a:cubicBezTo>
                <a:cubicBezTo>
                  <a:pt x="138" y="2"/>
                  <a:pt x="148" y="0"/>
                  <a:pt x="158" y="0"/>
                </a:cubicBezTo>
                <a:lnTo>
                  <a:pt x="30216" y="0"/>
                </a:lnTo>
                <a:cubicBezTo>
                  <a:pt x="30230" y="0"/>
                  <a:pt x="30244" y="2"/>
                  <a:pt x="30257" y="4"/>
                </a:cubicBezTo>
                <a:cubicBezTo>
                  <a:pt x="30271" y="7"/>
                  <a:pt x="30284" y="11"/>
                  <a:pt x="30297" y="17"/>
                </a:cubicBezTo>
                <a:cubicBezTo>
                  <a:pt x="30310" y="22"/>
                  <a:pt x="30322" y="28"/>
                  <a:pt x="30334" y="36"/>
                </a:cubicBezTo>
                <a:cubicBezTo>
                  <a:pt x="30345" y="44"/>
                  <a:pt x="30356" y="53"/>
                  <a:pt x="30366" y="62"/>
                </a:cubicBezTo>
                <a:cubicBezTo>
                  <a:pt x="30376" y="72"/>
                  <a:pt x="30384" y="83"/>
                  <a:pt x="30392" y="94"/>
                </a:cubicBezTo>
                <a:cubicBezTo>
                  <a:pt x="30400" y="106"/>
                  <a:pt x="30406" y="118"/>
                  <a:pt x="30412" y="131"/>
                </a:cubicBezTo>
                <a:cubicBezTo>
                  <a:pt x="30417" y="144"/>
                  <a:pt x="30421" y="157"/>
                  <a:pt x="30424" y="171"/>
                </a:cubicBezTo>
                <a:cubicBezTo>
                  <a:pt x="30426" y="184"/>
                  <a:pt x="30428" y="198"/>
                  <a:pt x="30428" y="212"/>
                </a:cubicBezTo>
                <a:lnTo>
                  <a:pt x="30428" y="2647"/>
                </a:lnTo>
                <a:cubicBezTo>
                  <a:pt x="30428" y="2661"/>
                  <a:pt x="30426" y="2675"/>
                  <a:pt x="30424" y="2689"/>
                </a:cubicBezTo>
                <a:cubicBezTo>
                  <a:pt x="30421" y="2702"/>
                  <a:pt x="30417" y="2715"/>
                  <a:pt x="30412" y="2728"/>
                </a:cubicBezTo>
                <a:cubicBezTo>
                  <a:pt x="30406" y="2741"/>
                  <a:pt x="30400" y="2753"/>
                  <a:pt x="30392" y="2765"/>
                </a:cubicBezTo>
                <a:cubicBezTo>
                  <a:pt x="30384" y="2776"/>
                  <a:pt x="30376" y="2787"/>
                  <a:pt x="30366" y="2797"/>
                </a:cubicBezTo>
                <a:cubicBezTo>
                  <a:pt x="30356" y="2807"/>
                  <a:pt x="30345" y="2816"/>
                  <a:pt x="30334" y="2823"/>
                </a:cubicBezTo>
                <a:cubicBezTo>
                  <a:pt x="30322" y="2831"/>
                  <a:pt x="30310" y="2837"/>
                  <a:pt x="30297" y="2843"/>
                </a:cubicBezTo>
                <a:cubicBezTo>
                  <a:pt x="30284" y="2848"/>
                  <a:pt x="30271" y="2852"/>
                  <a:pt x="30257" y="2855"/>
                </a:cubicBezTo>
                <a:cubicBezTo>
                  <a:pt x="30244" y="2858"/>
                  <a:pt x="30230" y="2859"/>
                  <a:pt x="30216" y="2859"/>
                </a:cubicBezTo>
                <a:lnTo>
                  <a:pt x="158" y="2859"/>
                </a:lnTo>
                <a:cubicBezTo>
                  <a:pt x="148" y="2859"/>
                  <a:pt x="138" y="2858"/>
                  <a:pt x="128" y="2855"/>
                </a:cubicBezTo>
                <a:cubicBezTo>
                  <a:pt x="117" y="2852"/>
                  <a:pt x="107" y="2848"/>
                  <a:pt x="98" y="2843"/>
                </a:cubicBezTo>
                <a:cubicBezTo>
                  <a:pt x="88" y="2837"/>
                  <a:pt x="79" y="2831"/>
                  <a:pt x="70" y="2823"/>
                </a:cubicBezTo>
                <a:cubicBezTo>
                  <a:pt x="62" y="2816"/>
                  <a:pt x="54" y="2807"/>
                  <a:pt x="46" y="2797"/>
                </a:cubicBezTo>
                <a:cubicBezTo>
                  <a:pt x="39" y="2787"/>
                  <a:pt x="32" y="2776"/>
                  <a:pt x="27" y="2765"/>
                </a:cubicBezTo>
                <a:cubicBezTo>
                  <a:pt x="21" y="2753"/>
                  <a:pt x="16" y="2741"/>
                  <a:pt x="12" y="2728"/>
                </a:cubicBezTo>
                <a:cubicBezTo>
                  <a:pt x="8" y="2715"/>
                  <a:pt x="5" y="2702"/>
                  <a:pt x="3" y="2689"/>
                </a:cubicBezTo>
                <a:cubicBezTo>
                  <a:pt x="1" y="2675"/>
                  <a:pt x="0" y="2661"/>
                  <a:pt x="0" y="264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任意多边形: 形状 166"/>
          <p:cNvSpPr/>
          <p:nvPr/>
        </p:nvSpPr>
        <p:spPr>
          <a:xfrm>
            <a:off x="609480" y="3447720"/>
            <a:ext cx="76320" cy="1029240"/>
          </a:xfrm>
          <a:custGeom>
            <a:avLst/>
            <a:gdLst/>
            <a:ahLst/>
            <a:cxnLst/>
            <a:rect l="0" t="0" r="r" b="b"/>
            <a:pathLst>
              <a:path w="212" h="2859">
                <a:moveTo>
                  <a:pt x="0" y="0"/>
                </a:moveTo>
                <a:lnTo>
                  <a:pt x="212" y="0"/>
                </a:lnTo>
                <a:lnTo>
                  <a:pt x="212" y="2859"/>
                </a:lnTo>
                <a:lnTo>
                  <a:pt x="0" y="2859"/>
                </a:lnTo>
                <a:lnTo>
                  <a:pt x="0" y="0"/>
                </a:ln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文本框 167"/>
          <p:cNvSpPr txBox="1"/>
          <p:nvPr/>
        </p:nvSpPr>
        <p:spPr>
          <a:xfrm>
            <a:off x="2155320" y="2697120"/>
            <a:ext cx="2011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多播技术，自动侦测与注册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1486440" y="3708000"/>
            <a:ext cx="1697355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i="0" u="none" strike="noStrike">
                <a:solidFill>
                  <a:srgbClr val="212529"/>
                </a:solidFill>
                <a:effectLst/>
                <a:uFillTx/>
                <a:latin typeface="Inter, sans-serif"/>
                <a:ea typeface="Inter, sans-serif"/>
              </a:rPr>
              <a:t>自适应配置策略算法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任意多边形: 形状 169"/>
          <p:cNvSpPr/>
          <p:nvPr/>
        </p:nvSpPr>
        <p:spPr>
          <a:xfrm>
            <a:off x="628560" y="4781520"/>
            <a:ext cx="10954080" cy="1019520"/>
          </a:xfrm>
          <a:custGeom>
            <a:avLst/>
            <a:gdLst/>
            <a:ahLst/>
            <a:cxnLst/>
            <a:rect l="0" t="0" r="r" b="b"/>
            <a:pathLst>
              <a:path w="30428" h="2832">
                <a:moveTo>
                  <a:pt x="0" y="2620"/>
                </a:moveTo>
                <a:lnTo>
                  <a:pt x="0" y="211"/>
                </a:lnTo>
                <a:cubicBezTo>
                  <a:pt x="0" y="197"/>
                  <a:pt x="1" y="184"/>
                  <a:pt x="3" y="170"/>
                </a:cubicBezTo>
                <a:cubicBezTo>
                  <a:pt x="5" y="156"/>
                  <a:pt x="8" y="143"/>
                  <a:pt x="12" y="130"/>
                </a:cubicBezTo>
                <a:cubicBezTo>
                  <a:pt x="16" y="117"/>
                  <a:pt x="21" y="105"/>
                  <a:pt x="27" y="94"/>
                </a:cubicBezTo>
                <a:cubicBezTo>
                  <a:pt x="32" y="82"/>
                  <a:pt x="39" y="71"/>
                  <a:pt x="46" y="62"/>
                </a:cubicBezTo>
                <a:cubicBezTo>
                  <a:pt x="54" y="52"/>
                  <a:pt x="62" y="43"/>
                  <a:pt x="70" y="35"/>
                </a:cubicBezTo>
                <a:cubicBezTo>
                  <a:pt x="79" y="28"/>
                  <a:pt x="88" y="21"/>
                  <a:pt x="98" y="16"/>
                </a:cubicBezTo>
                <a:cubicBezTo>
                  <a:pt x="107" y="10"/>
                  <a:pt x="117" y="6"/>
                  <a:pt x="128" y="4"/>
                </a:cubicBezTo>
                <a:cubicBezTo>
                  <a:pt x="138" y="1"/>
                  <a:pt x="148" y="0"/>
                  <a:pt x="158" y="0"/>
                </a:cubicBezTo>
                <a:lnTo>
                  <a:pt x="30216" y="0"/>
                </a:lnTo>
                <a:cubicBezTo>
                  <a:pt x="30230" y="0"/>
                  <a:pt x="30244" y="1"/>
                  <a:pt x="30257" y="4"/>
                </a:cubicBezTo>
                <a:cubicBezTo>
                  <a:pt x="30271" y="6"/>
                  <a:pt x="30284" y="10"/>
                  <a:pt x="30297" y="16"/>
                </a:cubicBezTo>
                <a:cubicBezTo>
                  <a:pt x="30310" y="21"/>
                  <a:pt x="30322" y="28"/>
                  <a:pt x="30334" y="35"/>
                </a:cubicBezTo>
                <a:cubicBezTo>
                  <a:pt x="30345" y="43"/>
                  <a:pt x="30356" y="52"/>
                  <a:pt x="30366" y="62"/>
                </a:cubicBezTo>
                <a:cubicBezTo>
                  <a:pt x="30376" y="71"/>
                  <a:pt x="30384" y="82"/>
                  <a:pt x="30392" y="94"/>
                </a:cubicBezTo>
                <a:cubicBezTo>
                  <a:pt x="30400" y="105"/>
                  <a:pt x="30406" y="117"/>
                  <a:pt x="30412" y="130"/>
                </a:cubicBezTo>
                <a:cubicBezTo>
                  <a:pt x="30417" y="143"/>
                  <a:pt x="30421" y="156"/>
                  <a:pt x="30424" y="170"/>
                </a:cubicBezTo>
                <a:cubicBezTo>
                  <a:pt x="30426" y="184"/>
                  <a:pt x="30428" y="197"/>
                  <a:pt x="30428" y="211"/>
                </a:cubicBezTo>
                <a:lnTo>
                  <a:pt x="30428" y="2620"/>
                </a:lnTo>
                <a:cubicBezTo>
                  <a:pt x="30428" y="2634"/>
                  <a:pt x="30426" y="2648"/>
                  <a:pt x="30424" y="2661"/>
                </a:cubicBezTo>
                <a:cubicBezTo>
                  <a:pt x="30421" y="2675"/>
                  <a:pt x="30417" y="2688"/>
                  <a:pt x="30412" y="2701"/>
                </a:cubicBezTo>
                <a:cubicBezTo>
                  <a:pt x="30406" y="2714"/>
                  <a:pt x="30400" y="2726"/>
                  <a:pt x="30392" y="2738"/>
                </a:cubicBezTo>
                <a:cubicBezTo>
                  <a:pt x="30384" y="2749"/>
                  <a:pt x="30376" y="2760"/>
                  <a:pt x="30366" y="2770"/>
                </a:cubicBezTo>
                <a:cubicBezTo>
                  <a:pt x="30356" y="2779"/>
                  <a:pt x="30345" y="2788"/>
                  <a:pt x="30334" y="2796"/>
                </a:cubicBezTo>
                <a:cubicBezTo>
                  <a:pt x="30322" y="2804"/>
                  <a:pt x="30310" y="2810"/>
                  <a:pt x="30297" y="2816"/>
                </a:cubicBezTo>
                <a:cubicBezTo>
                  <a:pt x="30284" y="2821"/>
                  <a:pt x="30271" y="2825"/>
                  <a:pt x="30257" y="2828"/>
                </a:cubicBezTo>
                <a:cubicBezTo>
                  <a:pt x="30244" y="2830"/>
                  <a:pt x="30230" y="2832"/>
                  <a:pt x="30216" y="2832"/>
                </a:cubicBezTo>
                <a:lnTo>
                  <a:pt x="158" y="2832"/>
                </a:lnTo>
                <a:cubicBezTo>
                  <a:pt x="148" y="2832"/>
                  <a:pt x="138" y="2830"/>
                  <a:pt x="128" y="2828"/>
                </a:cubicBezTo>
                <a:cubicBezTo>
                  <a:pt x="117" y="2825"/>
                  <a:pt x="107" y="2821"/>
                  <a:pt x="98" y="2816"/>
                </a:cubicBezTo>
                <a:cubicBezTo>
                  <a:pt x="88" y="2810"/>
                  <a:pt x="79" y="2804"/>
                  <a:pt x="70" y="2796"/>
                </a:cubicBezTo>
                <a:cubicBezTo>
                  <a:pt x="62" y="2788"/>
                  <a:pt x="54" y="2779"/>
                  <a:pt x="46" y="2770"/>
                </a:cubicBezTo>
                <a:cubicBezTo>
                  <a:pt x="39" y="2760"/>
                  <a:pt x="32" y="2749"/>
                  <a:pt x="27" y="2738"/>
                </a:cubicBezTo>
                <a:cubicBezTo>
                  <a:pt x="21" y="2726"/>
                  <a:pt x="16" y="2714"/>
                  <a:pt x="12" y="2701"/>
                </a:cubicBezTo>
                <a:cubicBezTo>
                  <a:pt x="8" y="2688"/>
                  <a:pt x="5" y="2675"/>
                  <a:pt x="3" y="2661"/>
                </a:cubicBezTo>
                <a:cubicBezTo>
                  <a:pt x="1" y="2648"/>
                  <a:pt x="0" y="2634"/>
                  <a:pt x="0" y="26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任意多边形: 形状 170"/>
          <p:cNvSpPr/>
          <p:nvPr/>
        </p:nvSpPr>
        <p:spPr>
          <a:xfrm>
            <a:off x="609480" y="4781520"/>
            <a:ext cx="76320" cy="1019520"/>
          </a:xfrm>
          <a:custGeom>
            <a:avLst/>
            <a:gdLst/>
            <a:ahLst/>
            <a:cxnLst/>
            <a:rect l="0" t="0" r="r" b="b"/>
            <a:pathLst>
              <a:path w="212" h="2832">
                <a:moveTo>
                  <a:pt x="0" y="0"/>
                </a:moveTo>
                <a:lnTo>
                  <a:pt x="212" y="0"/>
                </a:lnTo>
                <a:lnTo>
                  <a:pt x="212" y="2832"/>
                </a:lnTo>
                <a:lnTo>
                  <a:pt x="0" y="2832"/>
                </a:lnTo>
                <a:lnTo>
                  <a:pt x="0" y="0"/>
                </a:ln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1486440" y="4020840"/>
            <a:ext cx="2346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基于性能指标动态调整采集参数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1486440" y="5041440"/>
            <a:ext cx="188595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i="0" u="none" strike="noStrike">
                <a:solidFill>
                  <a:srgbClr val="212529"/>
                </a:solidFill>
                <a:effectLst/>
                <a:uFillTx/>
                <a:latin typeface="Inter, sans-serif"/>
                <a:ea typeface="Inter, sans-serif"/>
              </a:rPr>
              <a:t>全生命周期可视化管理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文本框 173"/>
          <p:cNvSpPr txBox="1"/>
          <p:nvPr/>
        </p:nvSpPr>
        <p:spPr>
          <a:xfrm>
            <a:off x="1486440" y="5357880"/>
            <a:ext cx="313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Web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1797120" y="5354640"/>
            <a:ext cx="1676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控制台，状态监控大屏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876240" y="2270880"/>
            <a:ext cx="452628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i="0" u="none" strike="noStrike">
                <a:solidFill>
                  <a:srgbClr val="0A3D62">
                    <a:alpha val="20000"/>
                  </a:srgbClr>
                </a:solidFill>
                <a:effectLst/>
                <a:uFillTx/>
                <a:latin typeface="Inter, sans-serif"/>
                <a:ea typeface="Inter, sans-serif"/>
              </a:rPr>
              <a:t>01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876240" y="3594960"/>
            <a:ext cx="452628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i="0" u="none" strike="noStrike">
                <a:solidFill>
                  <a:srgbClr val="0A3D62">
                    <a:alpha val="20000"/>
                  </a:srgbClr>
                </a:solidFill>
                <a:effectLst/>
                <a:uFillTx/>
                <a:latin typeface="Inter, sans-serif"/>
                <a:ea typeface="Inter, sans-serif"/>
              </a:rPr>
              <a:t>02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876240" y="4928400"/>
            <a:ext cx="452628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i="0" u="none" strike="noStrike">
                <a:solidFill>
                  <a:srgbClr val="0A3D62">
                    <a:alpha val="20000"/>
                  </a:srgbClr>
                </a:solidFill>
                <a:effectLst/>
                <a:uFillTx/>
                <a:latin typeface="Inter, sans-serif"/>
                <a:ea typeface="Inter, sans-serif"/>
              </a:rPr>
              <a:t>03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任意多边形: 形状 17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0" name="图片 179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" name="图片 180"/>
          <p:cNvPicPr/>
          <p:nvPr/>
        </p:nvPicPr>
        <p:blipFill>
          <a:blip r:embed="rId3"/>
          <a:stretch/>
        </p:blipFill>
        <p:spPr>
          <a:xfrm>
            <a:off x="10477440" y="5381640"/>
            <a:ext cx="1904760" cy="14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任意多边形: 形状 181"/>
          <p:cNvSpPr/>
          <p:nvPr/>
        </p:nvSpPr>
        <p:spPr>
          <a:xfrm>
            <a:off x="609480" y="1409400"/>
            <a:ext cx="762120" cy="38520"/>
          </a:xfrm>
          <a:custGeom>
            <a:avLst/>
            <a:gdLst/>
            <a:ahLst/>
            <a:cxnLst/>
            <a:rect l="0" t="0" r="r" b="b"/>
            <a:pathLst>
              <a:path w="2117" h="107">
                <a:moveTo>
                  <a:pt x="0" y="54"/>
                </a:moveTo>
                <a:cubicBezTo>
                  <a:pt x="0" y="47"/>
                  <a:pt x="1" y="40"/>
                  <a:pt x="4" y="34"/>
                </a:cubicBezTo>
                <a:cubicBezTo>
                  <a:pt x="7" y="28"/>
                  <a:pt x="10" y="21"/>
                  <a:pt x="15" y="16"/>
                </a:cubicBezTo>
                <a:cubicBezTo>
                  <a:pt x="20" y="11"/>
                  <a:pt x="26" y="7"/>
                  <a:pt x="32" y="4"/>
                </a:cubicBezTo>
                <a:cubicBezTo>
                  <a:pt x="39" y="2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8" y="2"/>
                  <a:pt x="2085" y="4"/>
                </a:cubicBezTo>
                <a:cubicBezTo>
                  <a:pt x="2091" y="7"/>
                  <a:pt x="2097" y="11"/>
                  <a:pt x="2102" y="16"/>
                </a:cubicBezTo>
                <a:cubicBezTo>
                  <a:pt x="2107" y="21"/>
                  <a:pt x="2111" y="28"/>
                  <a:pt x="2113" y="34"/>
                </a:cubicBezTo>
                <a:cubicBezTo>
                  <a:pt x="2116" y="40"/>
                  <a:pt x="2117" y="47"/>
                  <a:pt x="2117" y="54"/>
                </a:cubicBezTo>
                <a:cubicBezTo>
                  <a:pt x="2117" y="61"/>
                  <a:pt x="2116" y="68"/>
                  <a:pt x="2113" y="74"/>
                </a:cubicBezTo>
                <a:cubicBezTo>
                  <a:pt x="2111" y="81"/>
                  <a:pt x="2107" y="87"/>
                  <a:pt x="2102" y="92"/>
                </a:cubicBezTo>
                <a:cubicBezTo>
                  <a:pt x="2097" y="97"/>
                  <a:pt x="2091" y="100"/>
                  <a:pt x="2085" y="103"/>
                </a:cubicBezTo>
                <a:cubicBezTo>
                  <a:pt x="2078" y="106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39" y="106"/>
                  <a:pt x="32" y="103"/>
                </a:cubicBezTo>
                <a:cubicBezTo>
                  <a:pt x="26" y="100"/>
                  <a:pt x="20" y="97"/>
                  <a:pt x="15" y="92"/>
                </a:cubicBezTo>
                <a:cubicBezTo>
                  <a:pt x="10" y="87"/>
                  <a:pt x="7" y="81"/>
                  <a:pt x="4" y="74"/>
                </a:cubicBezTo>
                <a:cubicBezTo>
                  <a:pt x="1" y="68"/>
                  <a:pt x="0" y="61"/>
                  <a:pt x="0" y="54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609480" y="675000"/>
            <a:ext cx="507111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000" b="1" i="0" u="none" strike="noStrike">
                <a:solidFill>
                  <a:srgbClr val="0A3D62"/>
                </a:solidFill>
                <a:effectLst/>
                <a:uFillTx/>
                <a:latin typeface="Inter, sans-serif"/>
                <a:ea typeface="Inter, sans-serif"/>
              </a:rPr>
              <a:t>拟解决的问题及预期成果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任意多边形: 形状 183"/>
          <p:cNvSpPr/>
          <p:nvPr/>
        </p:nvSpPr>
        <p:spPr>
          <a:xfrm>
            <a:off x="628560" y="2557440"/>
            <a:ext cx="5234400" cy="990720"/>
          </a:xfrm>
          <a:custGeom>
            <a:avLst/>
            <a:gdLst/>
            <a:ahLst/>
            <a:cxnLst/>
            <a:rect l="0" t="0" r="r" b="b"/>
            <a:pathLst>
              <a:path w="14540" h="2752">
                <a:moveTo>
                  <a:pt x="0" y="2554"/>
                </a:moveTo>
                <a:lnTo>
                  <a:pt x="0" y="198"/>
                </a:lnTo>
                <a:cubicBezTo>
                  <a:pt x="0" y="185"/>
                  <a:pt x="1" y="172"/>
                  <a:pt x="3" y="159"/>
                </a:cubicBezTo>
                <a:cubicBezTo>
                  <a:pt x="5" y="147"/>
                  <a:pt x="8" y="134"/>
                  <a:pt x="12" y="122"/>
                </a:cubicBezTo>
                <a:cubicBezTo>
                  <a:pt x="16" y="110"/>
                  <a:pt x="21" y="99"/>
                  <a:pt x="27" y="88"/>
                </a:cubicBezTo>
                <a:cubicBezTo>
                  <a:pt x="32" y="77"/>
                  <a:pt x="39" y="67"/>
                  <a:pt x="46" y="58"/>
                </a:cubicBezTo>
                <a:cubicBezTo>
                  <a:pt x="54" y="48"/>
                  <a:pt x="62" y="40"/>
                  <a:pt x="70" y="33"/>
                </a:cubicBezTo>
                <a:cubicBezTo>
                  <a:pt x="79" y="26"/>
                  <a:pt x="88" y="20"/>
                  <a:pt x="98" y="15"/>
                </a:cubicBezTo>
                <a:cubicBezTo>
                  <a:pt x="107" y="10"/>
                  <a:pt x="117" y="6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14341" y="0"/>
                </a:lnTo>
                <a:cubicBezTo>
                  <a:pt x="14354" y="0"/>
                  <a:pt x="14367" y="1"/>
                  <a:pt x="14380" y="3"/>
                </a:cubicBezTo>
                <a:cubicBezTo>
                  <a:pt x="14393" y="6"/>
                  <a:pt x="14405" y="10"/>
                  <a:pt x="14417" y="15"/>
                </a:cubicBezTo>
                <a:cubicBezTo>
                  <a:pt x="14429" y="20"/>
                  <a:pt x="14441" y="26"/>
                  <a:pt x="14451" y="33"/>
                </a:cubicBezTo>
                <a:cubicBezTo>
                  <a:pt x="14462" y="40"/>
                  <a:pt x="14472" y="48"/>
                  <a:pt x="14481" y="58"/>
                </a:cubicBezTo>
                <a:cubicBezTo>
                  <a:pt x="14491" y="67"/>
                  <a:pt x="14499" y="77"/>
                  <a:pt x="14506" y="88"/>
                </a:cubicBezTo>
                <a:cubicBezTo>
                  <a:pt x="14513" y="99"/>
                  <a:pt x="14520" y="110"/>
                  <a:pt x="14524" y="122"/>
                </a:cubicBezTo>
                <a:cubicBezTo>
                  <a:pt x="14529" y="134"/>
                  <a:pt x="14533" y="147"/>
                  <a:pt x="14536" y="159"/>
                </a:cubicBezTo>
                <a:cubicBezTo>
                  <a:pt x="14538" y="172"/>
                  <a:pt x="14540" y="185"/>
                  <a:pt x="14540" y="198"/>
                </a:cubicBezTo>
                <a:lnTo>
                  <a:pt x="14540" y="2554"/>
                </a:lnTo>
                <a:cubicBezTo>
                  <a:pt x="14540" y="2567"/>
                  <a:pt x="14538" y="2580"/>
                  <a:pt x="14536" y="2593"/>
                </a:cubicBezTo>
                <a:cubicBezTo>
                  <a:pt x="14533" y="2605"/>
                  <a:pt x="14529" y="2618"/>
                  <a:pt x="14524" y="2630"/>
                </a:cubicBezTo>
                <a:cubicBezTo>
                  <a:pt x="14520" y="2642"/>
                  <a:pt x="14513" y="2653"/>
                  <a:pt x="14506" y="2664"/>
                </a:cubicBezTo>
                <a:cubicBezTo>
                  <a:pt x="14499" y="2675"/>
                  <a:pt x="14491" y="2685"/>
                  <a:pt x="14481" y="2694"/>
                </a:cubicBezTo>
                <a:cubicBezTo>
                  <a:pt x="14472" y="2703"/>
                  <a:pt x="14462" y="2712"/>
                  <a:pt x="14451" y="2719"/>
                </a:cubicBezTo>
                <a:cubicBezTo>
                  <a:pt x="14441" y="2726"/>
                  <a:pt x="14429" y="2732"/>
                  <a:pt x="14417" y="2737"/>
                </a:cubicBezTo>
                <a:cubicBezTo>
                  <a:pt x="14405" y="2742"/>
                  <a:pt x="14393" y="2746"/>
                  <a:pt x="14380" y="2748"/>
                </a:cubicBezTo>
                <a:cubicBezTo>
                  <a:pt x="14367" y="2751"/>
                  <a:pt x="14354" y="2752"/>
                  <a:pt x="14341" y="2752"/>
                </a:cubicBezTo>
                <a:lnTo>
                  <a:pt x="158" y="2752"/>
                </a:lnTo>
                <a:cubicBezTo>
                  <a:pt x="148" y="2752"/>
                  <a:pt x="138" y="2751"/>
                  <a:pt x="128" y="2748"/>
                </a:cubicBezTo>
                <a:cubicBezTo>
                  <a:pt x="117" y="2746"/>
                  <a:pt x="107" y="2742"/>
                  <a:pt x="98" y="2737"/>
                </a:cubicBezTo>
                <a:cubicBezTo>
                  <a:pt x="88" y="2732"/>
                  <a:pt x="79" y="2726"/>
                  <a:pt x="70" y="2719"/>
                </a:cubicBezTo>
                <a:cubicBezTo>
                  <a:pt x="62" y="2712"/>
                  <a:pt x="54" y="2703"/>
                  <a:pt x="46" y="2694"/>
                </a:cubicBezTo>
                <a:cubicBezTo>
                  <a:pt x="39" y="2685"/>
                  <a:pt x="32" y="2675"/>
                  <a:pt x="27" y="2664"/>
                </a:cubicBezTo>
                <a:cubicBezTo>
                  <a:pt x="21" y="2653"/>
                  <a:pt x="16" y="2642"/>
                  <a:pt x="12" y="2630"/>
                </a:cubicBezTo>
                <a:cubicBezTo>
                  <a:pt x="8" y="2618"/>
                  <a:pt x="5" y="2605"/>
                  <a:pt x="3" y="2593"/>
                </a:cubicBezTo>
                <a:cubicBezTo>
                  <a:pt x="1" y="2580"/>
                  <a:pt x="0" y="2567"/>
                  <a:pt x="0" y="25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任意多边形: 形状 184"/>
          <p:cNvSpPr/>
          <p:nvPr/>
        </p:nvSpPr>
        <p:spPr>
          <a:xfrm>
            <a:off x="609480" y="2552400"/>
            <a:ext cx="5258160" cy="1000440"/>
          </a:xfrm>
          <a:custGeom>
            <a:avLst/>
            <a:gdLst/>
            <a:ahLst/>
            <a:cxnLst/>
            <a:rect l="0" t="0" r="r" b="b"/>
            <a:pathLst>
              <a:path w="14606" h="2779">
                <a:moveTo>
                  <a:pt x="0" y="2567"/>
                </a:moveTo>
                <a:lnTo>
                  <a:pt x="0" y="212"/>
                </a:lnTo>
                <a:cubicBezTo>
                  <a:pt x="0" y="198"/>
                  <a:pt x="1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2"/>
                  <a:pt x="198" y="0"/>
                  <a:pt x="211" y="0"/>
                </a:cubicBezTo>
                <a:lnTo>
                  <a:pt x="14394" y="0"/>
                </a:lnTo>
                <a:cubicBezTo>
                  <a:pt x="14408" y="0"/>
                  <a:pt x="14422" y="2"/>
                  <a:pt x="14435" y="4"/>
                </a:cubicBezTo>
                <a:cubicBezTo>
                  <a:pt x="14449" y="7"/>
                  <a:pt x="14462" y="11"/>
                  <a:pt x="14475" y="16"/>
                </a:cubicBezTo>
                <a:cubicBezTo>
                  <a:pt x="14488" y="22"/>
                  <a:pt x="14500" y="28"/>
                  <a:pt x="14512" y="36"/>
                </a:cubicBezTo>
                <a:cubicBezTo>
                  <a:pt x="14523" y="44"/>
                  <a:pt x="14534" y="53"/>
                  <a:pt x="14544" y="62"/>
                </a:cubicBezTo>
                <a:cubicBezTo>
                  <a:pt x="14554" y="72"/>
                  <a:pt x="14562" y="83"/>
                  <a:pt x="14570" y="94"/>
                </a:cubicBezTo>
                <a:cubicBezTo>
                  <a:pt x="14578" y="106"/>
                  <a:pt x="14584" y="118"/>
                  <a:pt x="14590" y="131"/>
                </a:cubicBezTo>
                <a:cubicBezTo>
                  <a:pt x="14595" y="144"/>
                  <a:pt x="14599" y="157"/>
                  <a:pt x="14602" y="171"/>
                </a:cubicBezTo>
                <a:cubicBezTo>
                  <a:pt x="14604" y="184"/>
                  <a:pt x="14606" y="198"/>
                  <a:pt x="14606" y="212"/>
                </a:cubicBezTo>
                <a:lnTo>
                  <a:pt x="14606" y="2567"/>
                </a:lnTo>
                <a:cubicBezTo>
                  <a:pt x="14606" y="2581"/>
                  <a:pt x="14604" y="2594"/>
                  <a:pt x="14602" y="2608"/>
                </a:cubicBezTo>
                <a:cubicBezTo>
                  <a:pt x="14599" y="2622"/>
                  <a:pt x="14595" y="2636"/>
                  <a:pt x="14590" y="2649"/>
                </a:cubicBezTo>
                <a:cubicBezTo>
                  <a:pt x="14584" y="2662"/>
                  <a:pt x="14578" y="2674"/>
                  <a:pt x="14570" y="2685"/>
                </a:cubicBezTo>
                <a:cubicBezTo>
                  <a:pt x="14562" y="2697"/>
                  <a:pt x="14554" y="2708"/>
                  <a:pt x="14544" y="2717"/>
                </a:cubicBezTo>
                <a:cubicBezTo>
                  <a:pt x="14534" y="2727"/>
                  <a:pt x="14523" y="2736"/>
                  <a:pt x="14512" y="2744"/>
                </a:cubicBezTo>
                <a:cubicBezTo>
                  <a:pt x="14500" y="2752"/>
                  <a:pt x="14488" y="2758"/>
                  <a:pt x="14475" y="2763"/>
                </a:cubicBezTo>
                <a:cubicBezTo>
                  <a:pt x="14462" y="2769"/>
                  <a:pt x="14449" y="2773"/>
                  <a:pt x="14435" y="2775"/>
                </a:cubicBezTo>
                <a:cubicBezTo>
                  <a:pt x="14422" y="2778"/>
                  <a:pt x="14408" y="2779"/>
                  <a:pt x="14394" y="2779"/>
                </a:cubicBezTo>
                <a:lnTo>
                  <a:pt x="211" y="2779"/>
                </a:lnTo>
                <a:cubicBezTo>
                  <a:pt x="198" y="2779"/>
                  <a:pt x="184" y="2778"/>
                  <a:pt x="170" y="2775"/>
                </a:cubicBezTo>
                <a:cubicBezTo>
                  <a:pt x="157" y="2773"/>
                  <a:pt x="143" y="2769"/>
                  <a:pt x="130" y="2763"/>
                </a:cubicBezTo>
                <a:cubicBezTo>
                  <a:pt x="118" y="2758"/>
                  <a:pt x="105" y="2752"/>
                  <a:pt x="94" y="2744"/>
                </a:cubicBezTo>
                <a:cubicBezTo>
                  <a:pt x="82" y="2736"/>
                  <a:pt x="72" y="2727"/>
                  <a:pt x="62" y="2717"/>
                </a:cubicBezTo>
                <a:cubicBezTo>
                  <a:pt x="52" y="2708"/>
                  <a:pt x="43" y="2697"/>
                  <a:pt x="36" y="2685"/>
                </a:cubicBezTo>
                <a:cubicBezTo>
                  <a:pt x="28" y="2674"/>
                  <a:pt x="21" y="2662"/>
                  <a:pt x="16" y="2649"/>
                </a:cubicBezTo>
                <a:cubicBezTo>
                  <a:pt x="11" y="2636"/>
                  <a:pt x="7" y="2622"/>
                  <a:pt x="4" y="2608"/>
                </a:cubicBezTo>
                <a:cubicBezTo>
                  <a:pt x="1" y="2594"/>
                  <a:pt x="0" y="2581"/>
                  <a:pt x="0" y="2567"/>
                </a:cubicBezTo>
                <a:moveTo>
                  <a:pt x="106" y="2567"/>
                </a:moveTo>
                <a:lnTo>
                  <a:pt x="106" y="212"/>
                </a:lnTo>
                <a:cubicBezTo>
                  <a:pt x="106" y="200"/>
                  <a:pt x="106" y="188"/>
                  <a:pt x="108" y="176"/>
                </a:cubicBezTo>
                <a:cubicBezTo>
                  <a:pt x="109" y="164"/>
                  <a:pt x="111" y="152"/>
                  <a:pt x="114" y="141"/>
                </a:cubicBezTo>
                <a:cubicBezTo>
                  <a:pt x="116" y="130"/>
                  <a:pt x="120" y="119"/>
                  <a:pt x="124" y="109"/>
                </a:cubicBezTo>
                <a:cubicBezTo>
                  <a:pt x="127" y="99"/>
                  <a:pt x="132" y="90"/>
                  <a:pt x="137" y="81"/>
                </a:cubicBezTo>
                <a:cubicBezTo>
                  <a:pt x="142" y="72"/>
                  <a:pt x="147" y="65"/>
                  <a:pt x="153" y="58"/>
                </a:cubicBezTo>
                <a:cubicBezTo>
                  <a:pt x="158" y="51"/>
                  <a:pt x="165" y="46"/>
                  <a:pt x="171" y="41"/>
                </a:cubicBezTo>
                <a:cubicBezTo>
                  <a:pt x="177" y="36"/>
                  <a:pt x="184" y="33"/>
                  <a:pt x="191" y="30"/>
                </a:cubicBezTo>
                <a:cubicBezTo>
                  <a:pt x="198" y="28"/>
                  <a:pt x="205" y="27"/>
                  <a:pt x="211" y="27"/>
                </a:cubicBezTo>
                <a:lnTo>
                  <a:pt x="14394" y="27"/>
                </a:lnTo>
                <a:cubicBezTo>
                  <a:pt x="14406" y="27"/>
                  <a:pt x="14418" y="28"/>
                  <a:pt x="14430" y="30"/>
                </a:cubicBezTo>
                <a:cubicBezTo>
                  <a:pt x="14442" y="33"/>
                  <a:pt x="14454" y="36"/>
                  <a:pt x="14465" y="41"/>
                </a:cubicBezTo>
                <a:cubicBezTo>
                  <a:pt x="14476" y="46"/>
                  <a:pt x="14487" y="51"/>
                  <a:pt x="14497" y="58"/>
                </a:cubicBezTo>
                <a:cubicBezTo>
                  <a:pt x="14507" y="65"/>
                  <a:pt x="14517" y="72"/>
                  <a:pt x="14525" y="81"/>
                </a:cubicBezTo>
                <a:cubicBezTo>
                  <a:pt x="14534" y="90"/>
                  <a:pt x="14541" y="99"/>
                  <a:pt x="14548" y="109"/>
                </a:cubicBezTo>
                <a:cubicBezTo>
                  <a:pt x="14555" y="119"/>
                  <a:pt x="14561" y="130"/>
                  <a:pt x="14565" y="141"/>
                </a:cubicBezTo>
                <a:cubicBezTo>
                  <a:pt x="14570" y="152"/>
                  <a:pt x="14573" y="164"/>
                  <a:pt x="14576" y="176"/>
                </a:cubicBezTo>
                <a:cubicBezTo>
                  <a:pt x="14578" y="188"/>
                  <a:pt x="14579" y="200"/>
                  <a:pt x="14579" y="212"/>
                </a:cubicBezTo>
                <a:lnTo>
                  <a:pt x="14579" y="2567"/>
                </a:lnTo>
                <a:cubicBezTo>
                  <a:pt x="14579" y="2579"/>
                  <a:pt x="14578" y="2591"/>
                  <a:pt x="14576" y="2603"/>
                </a:cubicBezTo>
                <a:cubicBezTo>
                  <a:pt x="14573" y="2615"/>
                  <a:pt x="14570" y="2626"/>
                  <a:pt x="14565" y="2639"/>
                </a:cubicBezTo>
                <a:cubicBezTo>
                  <a:pt x="14561" y="2650"/>
                  <a:pt x="14555" y="2661"/>
                  <a:pt x="14548" y="2671"/>
                </a:cubicBezTo>
                <a:cubicBezTo>
                  <a:pt x="14541" y="2681"/>
                  <a:pt x="14534" y="2690"/>
                  <a:pt x="14525" y="2699"/>
                </a:cubicBezTo>
                <a:cubicBezTo>
                  <a:pt x="14517" y="2707"/>
                  <a:pt x="14507" y="2715"/>
                  <a:pt x="14497" y="2722"/>
                </a:cubicBezTo>
                <a:cubicBezTo>
                  <a:pt x="14487" y="2729"/>
                  <a:pt x="14476" y="2734"/>
                  <a:pt x="14465" y="2739"/>
                </a:cubicBezTo>
                <a:cubicBezTo>
                  <a:pt x="14454" y="2744"/>
                  <a:pt x="14442" y="2747"/>
                  <a:pt x="14430" y="2749"/>
                </a:cubicBezTo>
                <a:cubicBezTo>
                  <a:pt x="14418" y="2752"/>
                  <a:pt x="14406" y="2753"/>
                  <a:pt x="14394" y="2753"/>
                </a:cubicBezTo>
                <a:lnTo>
                  <a:pt x="211" y="2753"/>
                </a:lnTo>
                <a:cubicBezTo>
                  <a:pt x="205" y="2753"/>
                  <a:pt x="198" y="2752"/>
                  <a:pt x="191" y="2749"/>
                </a:cubicBezTo>
                <a:cubicBezTo>
                  <a:pt x="184" y="2747"/>
                  <a:pt x="177" y="2744"/>
                  <a:pt x="171" y="2739"/>
                </a:cubicBezTo>
                <a:cubicBezTo>
                  <a:pt x="165" y="2734"/>
                  <a:pt x="158" y="2729"/>
                  <a:pt x="153" y="2722"/>
                </a:cubicBezTo>
                <a:cubicBezTo>
                  <a:pt x="147" y="2715"/>
                  <a:pt x="142" y="2707"/>
                  <a:pt x="137" y="2699"/>
                </a:cubicBezTo>
                <a:cubicBezTo>
                  <a:pt x="132" y="2690"/>
                  <a:pt x="127" y="2681"/>
                  <a:pt x="124" y="2671"/>
                </a:cubicBezTo>
                <a:cubicBezTo>
                  <a:pt x="120" y="2661"/>
                  <a:pt x="116" y="2650"/>
                  <a:pt x="114" y="2639"/>
                </a:cubicBezTo>
                <a:cubicBezTo>
                  <a:pt x="111" y="2626"/>
                  <a:pt x="109" y="2615"/>
                  <a:pt x="108" y="2603"/>
                </a:cubicBezTo>
                <a:cubicBezTo>
                  <a:pt x="106" y="2591"/>
                  <a:pt x="106" y="2579"/>
                  <a:pt x="106" y="2567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609480" y="1864440"/>
            <a:ext cx="12573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i="0" u="none" strike="noStrike">
                <a:solidFill>
                  <a:srgbClr val="0A3D62"/>
                </a:solidFill>
                <a:effectLst/>
                <a:uFillTx/>
                <a:latin typeface="Inter, sans-serif"/>
                <a:ea typeface="Inter, sans-serif"/>
              </a:rPr>
              <a:t>拟解决问题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876240" y="2811240"/>
            <a:ext cx="1475232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1" i="0" u="none" strike="noStrike">
                <a:solidFill>
                  <a:srgbClr val="212529"/>
                </a:solidFill>
                <a:effectLst/>
                <a:uFillTx/>
                <a:latin typeface="Inter, sans-serif"/>
                <a:ea typeface="Inter, sans-serif"/>
              </a:rPr>
              <a:t>异构环境统一管理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任意多边形: 形状 187"/>
          <p:cNvSpPr/>
          <p:nvPr/>
        </p:nvSpPr>
        <p:spPr>
          <a:xfrm>
            <a:off x="628560" y="3747960"/>
            <a:ext cx="5234400" cy="991080"/>
          </a:xfrm>
          <a:custGeom>
            <a:avLst/>
            <a:gdLst/>
            <a:ahLst/>
            <a:cxnLst/>
            <a:rect l="0" t="0" r="r" b="b"/>
            <a:pathLst>
              <a:path w="14540" h="2753">
                <a:moveTo>
                  <a:pt x="0" y="2554"/>
                </a:moveTo>
                <a:lnTo>
                  <a:pt x="0" y="198"/>
                </a:lnTo>
                <a:cubicBezTo>
                  <a:pt x="0" y="185"/>
                  <a:pt x="1" y="172"/>
                  <a:pt x="3" y="160"/>
                </a:cubicBezTo>
                <a:cubicBezTo>
                  <a:pt x="5" y="147"/>
                  <a:pt x="8" y="134"/>
                  <a:pt x="12" y="122"/>
                </a:cubicBezTo>
                <a:cubicBezTo>
                  <a:pt x="16" y="110"/>
                  <a:pt x="21" y="99"/>
                  <a:pt x="27" y="88"/>
                </a:cubicBezTo>
                <a:cubicBezTo>
                  <a:pt x="32" y="77"/>
                  <a:pt x="39" y="67"/>
                  <a:pt x="46" y="58"/>
                </a:cubicBezTo>
                <a:cubicBezTo>
                  <a:pt x="54" y="49"/>
                  <a:pt x="62" y="41"/>
                  <a:pt x="70" y="33"/>
                </a:cubicBezTo>
                <a:cubicBezTo>
                  <a:pt x="79" y="26"/>
                  <a:pt x="88" y="20"/>
                  <a:pt x="98" y="15"/>
                </a:cubicBezTo>
                <a:cubicBezTo>
                  <a:pt x="107" y="10"/>
                  <a:pt x="117" y="6"/>
                  <a:pt x="128" y="4"/>
                </a:cubicBezTo>
                <a:cubicBezTo>
                  <a:pt x="138" y="1"/>
                  <a:pt x="148" y="0"/>
                  <a:pt x="158" y="0"/>
                </a:cubicBezTo>
                <a:lnTo>
                  <a:pt x="14341" y="0"/>
                </a:lnTo>
                <a:cubicBezTo>
                  <a:pt x="14354" y="0"/>
                  <a:pt x="14367" y="1"/>
                  <a:pt x="14380" y="4"/>
                </a:cubicBezTo>
                <a:cubicBezTo>
                  <a:pt x="14393" y="6"/>
                  <a:pt x="14405" y="10"/>
                  <a:pt x="14417" y="15"/>
                </a:cubicBezTo>
                <a:cubicBezTo>
                  <a:pt x="14429" y="20"/>
                  <a:pt x="14441" y="26"/>
                  <a:pt x="14451" y="33"/>
                </a:cubicBezTo>
                <a:cubicBezTo>
                  <a:pt x="14462" y="41"/>
                  <a:pt x="14472" y="49"/>
                  <a:pt x="14481" y="58"/>
                </a:cubicBezTo>
                <a:cubicBezTo>
                  <a:pt x="14491" y="67"/>
                  <a:pt x="14499" y="77"/>
                  <a:pt x="14506" y="88"/>
                </a:cubicBezTo>
                <a:cubicBezTo>
                  <a:pt x="14513" y="99"/>
                  <a:pt x="14520" y="110"/>
                  <a:pt x="14524" y="122"/>
                </a:cubicBezTo>
                <a:cubicBezTo>
                  <a:pt x="14529" y="134"/>
                  <a:pt x="14533" y="147"/>
                  <a:pt x="14536" y="160"/>
                </a:cubicBezTo>
                <a:cubicBezTo>
                  <a:pt x="14538" y="172"/>
                  <a:pt x="14540" y="185"/>
                  <a:pt x="14540" y="198"/>
                </a:cubicBezTo>
                <a:lnTo>
                  <a:pt x="14540" y="2554"/>
                </a:lnTo>
                <a:cubicBezTo>
                  <a:pt x="14540" y="2567"/>
                  <a:pt x="14538" y="2580"/>
                  <a:pt x="14536" y="2593"/>
                </a:cubicBezTo>
                <a:cubicBezTo>
                  <a:pt x="14533" y="2606"/>
                  <a:pt x="14529" y="2618"/>
                  <a:pt x="14524" y="2630"/>
                </a:cubicBezTo>
                <a:cubicBezTo>
                  <a:pt x="14520" y="2642"/>
                  <a:pt x="14513" y="2653"/>
                  <a:pt x="14506" y="2664"/>
                </a:cubicBezTo>
                <a:cubicBezTo>
                  <a:pt x="14499" y="2675"/>
                  <a:pt x="14491" y="2685"/>
                  <a:pt x="14481" y="2694"/>
                </a:cubicBezTo>
                <a:cubicBezTo>
                  <a:pt x="14472" y="2704"/>
                  <a:pt x="14462" y="2712"/>
                  <a:pt x="14451" y="2719"/>
                </a:cubicBezTo>
                <a:cubicBezTo>
                  <a:pt x="14441" y="2726"/>
                  <a:pt x="14429" y="2732"/>
                  <a:pt x="14417" y="2737"/>
                </a:cubicBezTo>
                <a:cubicBezTo>
                  <a:pt x="14405" y="2742"/>
                  <a:pt x="14393" y="2746"/>
                  <a:pt x="14380" y="2749"/>
                </a:cubicBezTo>
                <a:cubicBezTo>
                  <a:pt x="14367" y="2751"/>
                  <a:pt x="14354" y="2753"/>
                  <a:pt x="14341" y="2753"/>
                </a:cubicBezTo>
                <a:lnTo>
                  <a:pt x="158" y="2753"/>
                </a:lnTo>
                <a:cubicBezTo>
                  <a:pt x="148" y="2753"/>
                  <a:pt x="138" y="2751"/>
                  <a:pt x="128" y="2749"/>
                </a:cubicBezTo>
                <a:cubicBezTo>
                  <a:pt x="117" y="2746"/>
                  <a:pt x="107" y="2742"/>
                  <a:pt x="98" y="2737"/>
                </a:cubicBezTo>
                <a:cubicBezTo>
                  <a:pt x="88" y="2732"/>
                  <a:pt x="79" y="2726"/>
                  <a:pt x="70" y="2719"/>
                </a:cubicBezTo>
                <a:cubicBezTo>
                  <a:pt x="62" y="2712"/>
                  <a:pt x="54" y="2704"/>
                  <a:pt x="46" y="2694"/>
                </a:cubicBezTo>
                <a:cubicBezTo>
                  <a:pt x="39" y="2685"/>
                  <a:pt x="32" y="2675"/>
                  <a:pt x="27" y="2664"/>
                </a:cubicBezTo>
                <a:cubicBezTo>
                  <a:pt x="21" y="2653"/>
                  <a:pt x="16" y="2642"/>
                  <a:pt x="12" y="2630"/>
                </a:cubicBezTo>
                <a:cubicBezTo>
                  <a:pt x="8" y="2618"/>
                  <a:pt x="5" y="2606"/>
                  <a:pt x="3" y="2593"/>
                </a:cubicBezTo>
                <a:cubicBezTo>
                  <a:pt x="1" y="2580"/>
                  <a:pt x="0" y="2567"/>
                  <a:pt x="0" y="25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任意多边形: 形状 188"/>
          <p:cNvSpPr/>
          <p:nvPr/>
        </p:nvSpPr>
        <p:spPr>
          <a:xfrm>
            <a:off x="609480" y="3743280"/>
            <a:ext cx="5258160" cy="1000440"/>
          </a:xfrm>
          <a:custGeom>
            <a:avLst/>
            <a:gdLst/>
            <a:ahLst/>
            <a:cxnLst/>
            <a:rect l="0" t="0" r="r" b="b"/>
            <a:pathLst>
              <a:path w="14606" h="2779">
                <a:moveTo>
                  <a:pt x="0" y="2567"/>
                </a:moveTo>
                <a:lnTo>
                  <a:pt x="0" y="211"/>
                </a:lnTo>
                <a:cubicBezTo>
                  <a:pt x="0" y="197"/>
                  <a:pt x="1" y="184"/>
                  <a:pt x="4" y="170"/>
                </a:cubicBezTo>
                <a:cubicBezTo>
                  <a:pt x="7" y="156"/>
                  <a:pt x="11" y="143"/>
                  <a:pt x="16" y="130"/>
                </a:cubicBezTo>
                <a:cubicBezTo>
                  <a:pt x="21" y="117"/>
                  <a:pt x="28" y="105"/>
                  <a:pt x="36" y="94"/>
                </a:cubicBezTo>
                <a:cubicBezTo>
                  <a:pt x="43" y="82"/>
                  <a:pt x="52" y="71"/>
                  <a:pt x="62" y="62"/>
                </a:cubicBezTo>
                <a:cubicBezTo>
                  <a:pt x="72" y="52"/>
                  <a:pt x="82" y="43"/>
                  <a:pt x="94" y="35"/>
                </a:cubicBezTo>
                <a:cubicBezTo>
                  <a:pt x="105" y="28"/>
                  <a:pt x="118" y="21"/>
                  <a:pt x="130" y="16"/>
                </a:cubicBezTo>
                <a:cubicBezTo>
                  <a:pt x="143" y="10"/>
                  <a:pt x="157" y="6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14394" y="0"/>
                </a:lnTo>
                <a:cubicBezTo>
                  <a:pt x="14408" y="0"/>
                  <a:pt x="14422" y="1"/>
                  <a:pt x="14435" y="4"/>
                </a:cubicBezTo>
                <a:cubicBezTo>
                  <a:pt x="14449" y="6"/>
                  <a:pt x="14462" y="10"/>
                  <a:pt x="14475" y="16"/>
                </a:cubicBezTo>
                <a:cubicBezTo>
                  <a:pt x="14488" y="21"/>
                  <a:pt x="14500" y="28"/>
                  <a:pt x="14512" y="35"/>
                </a:cubicBezTo>
                <a:cubicBezTo>
                  <a:pt x="14523" y="43"/>
                  <a:pt x="14534" y="52"/>
                  <a:pt x="14544" y="62"/>
                </a:cubicBezTo>
                <a:cubicBezTo>
                  <a:pt x="14554" y="71"/>
                  <a:pt x="14562" y="82"/>
                  <a:pt x="14570" y="94"/>
                </a:cubicBezTo>
                <a:cubicBezTo>
                  <a:pt x="14578" y="105"/>
                  <a:pt x="14584" y="117"/>
                  <a:pt x="14590" y="130"/>
                </a:cubicBezTo>
                <a:cubicBezTo>
                  <a:pt x="14595" y="143"/>
                  <a:pt x="14599" y="156"/>
                  <a:pt x="14602" y="170"/>
                </a:cubicBezTo>
                <a:cubicBezTo>
                  <a:pt x="14604" y="184"/>
                  <a:pt x="14606" y="197"/>
                  <a:pt x="14606" y="211"/>
                </a:cubicBezTo>
                <a:lnTo>
                  <a:pt x="14606" y="2567"/>
                </a:lnTo>
                <a:cubicBezTo>
                  <a:pt x="14606" y="2581"/>
                  <a:pt x="14604" y="2595"/>
                  <a:pt x="14602" y="2608"/>
                </a:cubicBezTo>
                <a:cubicBezTo>
                  <a:pt x="14599" y="2622"/>
                  <a:pt x="14595" y="2635"/>
                  <a:pt x="14590" y="2648"/>
                </a:cubicBezTo>
                <a:cubicBezTo>
                  <a:pt x="14584" y="2661"/>
                  <a:pt x="14578" y="2673"/>
                  <a:pt x="14570" y="2685"/>
                </a:cubicBezTo>
                <a:cubicBezTo>
                  <a:pt x="14562" y="2696"/>
                  <a:pt x="14554" y="2707"/>
                  <a:pt x="14544" y="2717"/>
                </a:cubicBezTo>
                <a:cubicBezTo>
                  <a:pt x="14534" y="2727"/>
                  <a:pt x="14523" y="2735"/>
                  <a:pt x="14512" y="2743"/>
                </a:cubicBezTo>
                <a:cubicBezTo>
                  <a:pt x="14500" y="2751"/>
                  <a:pt x="14488" y="2757"/>
                  <a:pt x="14475" y="2763"/>
                </a:cubicBezTo>
                <a:cubicBezTo>
                  <a:pt x="14462" y="2768"/>
                  <a:pt x="14449" y="2772"/>
                  <a:pt x="14435" y="2775"/>
                </a:cubicBezTo>
                <a:cubicBezTo>
                  <a:pt x="14422" y="2777"/>
                  <a:pt x="14408" y="2779"/>
                  <a:pt x="14394" y="2779"/>
                </a:cubicBezTo>
                <a:lnTo>
                  <a:pt x="211" y="2779"/>
                </a:lnTo>
                <a:cubicBezTo>
                  <a:pt x="198" y="2779"/>
                  <a:pt x="184" y="2777"/>
                  <a:pt x="170" y="2775"/>
                </a:cubicBezTo>
                <a:cubicBezTo>
                  <a:pt x="157" y="2772"/>
                  <a:pt x="143" y="2768"/>
                  <a:pt x="130" y="2763"/>
                </a:cubicBezTo>
                <a:cubicBezTo>
                  <a:pt x="118" y="2757"/>
                  <a:pt x="105" y="2751"/>
                  <a:pt x="94" y="2743"/>
                </a:cubicBezTo>
                <a:cubicBezTo>
                  <a:pt x="82" y="2735"/>
                  <a:pt x="72" y="2727"/>
                  <a:pt x="62" y="2717"/>
                </a:cubicBezTo>
                <a:cubicBezTo>
                  <a:pt x="52" y="2707"/>
                  <a:pt x="43" y="2696"/>
                  <a:pt x="36" y="2685"/>
                </a:cubicBezTo>
                <a:cubicBezTo>
                  <a:pt x="28" y="2673"/>
                  <a:pt x="21" y="2661"/>
                  <a:pt x="16" y="2648"/>
                </a:cubicBezTo>
                <a:cubicBezTo>
                  <a:pt x="11" y="2635"/>
                  <a:pt x="7" y="2622"/>
                  <a:pt x="4" y="2608"/>
                </a:cubicBezTo>
                <a:cubicBezTo>
                  <a:pt x="1" y="2595"/>
                  <a:pt x="0" y="2581"/>
                  <a:pt x="0" y="2567"/>
                </a:cubicBezTo>
                <a:moveTo>
                  <a:pt x="106" y="2567"/>
                </a:moveTo>
                <a:lnTo>
                  <a:pt x="106" y="211"/>
                </a:lnTo>
                <a:cubicBezTo>
                  <a:pt x="106" y="199"/>
                  <a:pt x="106" y="187"/>
                  <a:pt x="108" y="175"/>
                </a:cubicBezTo>
                <a:cubicBezTo>
                  <a:pt x="109" y="163"/>
                  <a:pt x="111" y="152"/>
                  <a:pt x="114" y="140"/>
                </a:cubicBezTo>
                <a:cubicBezTo>
                  <a:pt x="116" y="129"/>
                  <a:pt x="120" y="119"/>
                  <a:pt x="124" y="108"/>
                </a:cubicBezTo>
                <a:cubicBezTo>
                  <a:pt x="127" y="98"/>
                  <a:pt x="132" y="89"/>
                  <a:pt x="137" y="80"/>
                </a:cubicBezTo>
                <a:cubicBezTo>
                  <a:pt x="142" y="72"/>
                  <a:pt x="147" y="64"/>
                  <a:pt x="153" y="57"/>
                </a:cubicBezTo>
                <a:cubicBezTo>
                  <a:pt x="158" y="51"/>
                  <a:pt x="165" y="45"/>
                  <a:pt x="171" y="40"/>
                </a:cubicBezTo>
                <a:cubicBezTo>
                  <a:pt x="177" y="36"/>
                  <a:pt x="184" y="32"/>
                  <a:pt x="191" y="30"/>
                </a:cubicBezTo>
                <a:cubicBezTo>
                  <a:pt x="198" y="27"/>
                  <a:pt x="205" y="26"/>
                  <a:pt x="211" y="26"/>
                </a:cubicBezTo>
                <a:lnTo>
                  <a:pt x="14394" y="26"/>
                </a:lnTo>
                <a:cubicBezTo>
                  <a:pt x="14406" y="26"/>
                  <a:pt x="14418" y="27"/>
                  <a:pt x="14430" y="30"/>
                </a:cubicBezTo>
                <a:cubicBezTo>
                  <a:pt x="14442" y="32"/>
                  <a:pt x="14454" y="36"/>
                  <a:pt x="14465" y="40"/>
                </a:cubicBezTo>
                <a:cubicBezTo>
                  <a:pt x="14476" y="45"/>
                  <a:pt x="14487" y="51"/>
                  <a:pt x="14497" y="57"/>
                </a:cubicBezTo>
                <a:cubicBezTo>
                  <a:pt x="14507" y="64"/>
                  <a:pt x="14517" y="72"/>
                  <a:pt x="14525" y="80"/>
                </a:cubicBezTo>
                <a:cubicBezTo>
                  <a:pt x="14534" y="89"/>
                  <a:pt x="14541" y="98"/>
                  <a:pt x="14548" y="108"/>
                </a:cubicBezTo>
                <a:cubicBezTo>
                  <a:pt x="14555" y="119"/>
                  <a:pt x="14561" y="129"/>
                  <a:pt x="14565" y="140"/>
                </a:cubicBezTo>
                <a:cubicBezTo>
                  <a:pt x="14570" y="152"/>
                  <a:pt x="14573" y="163"/>
                  <a:pt x="14576" y="175"/>
                </a:cubicBezTo>
                <a:cubicBezTo>
                  <a:pt x="14578" y="187"/>
                  <a:pt x="14579" y="199"/>
                  <a:pt x="14579" y="211"/>
                </a:cubicBezTo>
                <a:lnTo>
                  <a:pt x="14579" y="2567"/>
                </a:lnTo>
                <a:cubicBezTo>
                  <a:pt x="14579" y="2579"/>
                  <a:pt x="14578" y="2591"/>
                  <a:pt x="14576" y="2603"/>
                </a:cubicBezTo>
                <a:cubicBezTo>
                  <a:pt x="14573" y="2615"/>
                  <a:pt x="14570" y="2627"/>
                  <a:pt x="14565" y="2638"/>
                </a:cubicBezTo>
                <a:cubicBezTo>
                  <a:pt x="14561" y="2649"/>
                  <a:pt x="14555" y="2660"/>
                  <a:pt x="14548" y="2670"/>
                </a:cubicBezTo>
                <a:cubicBezTo>
                  <a:pt x="14541" y="2680"/>
                  <a:pt x="14534" y="2689"/>
                  <a:pt x="14525" y="2698"/>
                </a:cubicBezTo>
                <a:cubicBezTo>
                  <a:pt x="14517" y="2707"/>
                  <a:pt x="14507" y="2714"/>
                  <a:pt x="14497" y="2721"/>
                </a:cubicBezTo>
                <a:cubicBezTo>
                  <a:pt x="14487" y="2728"/>
                  <a:pt x="14476" y="2734"/>
                  <a:pt x="14465" y="2738"/>
                </a:cubicBezTo>
                <a:cubicBezTo>
                  <a:pt x="14454" y="2743"/>
                  <a:pt x="14442" y="2746"/>
                  <a:pt x="14430" y="2749"/>
                </a:cubicBezTo>
                <a:cubicBezTo>
                  <a:pt x="14418" y="2751"/>
                  <a:pt x="14406" y="2752"/>
                  <a:pt x="14394" y="2752"/>
                </a:cubicBezTo>
                <a:lnTo>
                  <a:pt x="211" y="2752"/>
                </a:lnTo>
                <a:cubicBezTo>
                  <a:pt x="205" y="2752"/>
                  <a:pt x="198" y="2751"/>
                  <a:pt x="191" y="2749"/>
                </a:cubicBezTo>
                <a:cubicBezTo>
                  <a:pt x="184" y="2746"/>
                  <a:pt x="177" y="2743"/>
                  <a:pt x="171" y="2738"/>
                </a:cubicBezTo>
                <a:cubicBezTo>
                  <a:pt x="165" y="2734"/>
                  <a:pt x="158" y="2728"/>
                  <a:pt x="153" y="2721"/>
                </a:cubicBezTo>
                <a:cubicBezTo>
                  <a:pt x="147" y="2714"/>
                  <a:pt x="142" y="2707"/>
                  <a:pt x="137" y="2698"/>
                </a:cubicBezTo>
                <a:cubicBezTo>
                  <a:pt x="132" y="2689"/>
                  <a:pt x="127" y="2680"/>
                  <a:pt x="124" y="2670"/>
                </a:cubicBezTo>
                <a:cubicBezTo>
                  <a:pt x="120" y="2660"/>
                  <a:pt x="116" y="2649"/>
                  <a:pt x="114" y="2638"/>
                </a:cubicBezTo>
                <a:cubicBezTo>
                  <a:pt x="111" y="2627"/>
                  <a:pt x="109" y="2615"/>
                  <a:pt x="108" y="2603"/>
                </a:cubicBezTo>
                <a:cubicBezTo>
                  <a:pt x="106" y="2591"/>
                  <a:pt x="106" y="2579"/>
                  <a:pt x="106" y="2567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876240" y="3097080"/>
            <a:ext cx="2950464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1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屏蔽底层差异，设计统一协议与接口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876240" y="4002120"/>
            <a:ext cx="1659636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1" i="0" u="none" strike="noStrike">
                <a:solidFill>
                  <a:srgbClr val="212529"/>
                </a:solidFill>
                <a:effectLst/>
                <a:uFillTx/>
                <a:latin typeface="Inter, sans-serif"/>
                <a:ea typeface="Inter, sans-serif"/>
              </a:rPr>
              <a:t>即时通讯与状态同步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任意多边形: 形状 191"/>
          <p:cNvSpPr/>
          <p:nvPr/>
        </p:nvSpPr>
        <p:spPr>
          <a:xfrm>
            <a:off x="628560" y="4938480"/>
            <a:ext cx="5234400" cy="1000440"/>
          </a:xfrm>
          <a:custGeom>
            <a:avLst/>
            <a:gdLst/>
            <a:ahLst/>
            <a:cxnLst/>
            <a:rect l="0" t="0" r="r" b="b"/>
            <a:pathLst>
              <a:path w="14540" h="2779">
                <a:moveTo>
                  <a:pt x="0" y="2581"/>
                </a:moveTo>
                <a:lnTo>
                  <a:pt x="0" y="199"/>
                </a:lnTo>
                <a:cubicBezTo>
                  <a:pt x="0" y="186"/>
                  <a:pt x="1" y="173"/>
                  <a:pt x="3" y="160"/>
                </a:cubicBezTo>
                <a:cubicBezTo>
                  <a:pt x="5" y="147"/>
                  <a:pt x="8" y="135"/>
                  <a:pt x="12" y="123"/>
                </a:cubicBezTo>
                <a:cubicBezTo>
                  <a:pt x="16" y="111"/>
                  <a:pt x="21" y="99"/>
                  <a:pt x="27" y="88"/>
                </a:cubicBezTo>
                <a:cubicBezTo>
                  <a:pt x="32" y="78"/>
                  <a:pt x="39" y="67"/>
                  <a:pt x="46" y="58"/>
                </a:cubicBezTo>
                <a:cubicBezTo>
                  <a:pt x="54" y="49"/>
                  <a:pt x="62" y="41"/>
                  <a:pt x="70" y="34"/>
                </a:cubicBezTo>
                <a:cubicBezTo>
                  <a:pt x="79" y="26"/>
                  <a:pt x="88" y="20"/>
                  <a:pt x="98" y="15"/>
                </a:cubicBezTo>
                <a:cubicBezTo>
                  <a:pt x="107" y="10"/>
                  <a:pt x="117" y="6"/>
                  <a:pt x="128" y="4"/>
                </a:cubicBezTo>
                <a:cubicBezTo>
                  <a:pt x="138" y="1"/>
                  <a:pt x="148" y="0"/>
                  <a:pt x="158" y="0"/>
                </a:cubicBezTo>
                <a:lnTo>
                  <a:pt x="14341" y="0"/>
                </a:lnTo>
                <a:cubicBezTo>
                  <a:pt x="14354" y="0"/>
                  <a:pt x="14367" y="1"/>
                  <a:pt x="14380" y="4"/>
                </a:cubicBezTo>
                <a:cubicBezTo>
                  <a:pt x="14393" y="6"/>
                  <a:pt x="14405" y="10"/>
                  <a:pt x="14417" y="15"/>
                </a:cubicBezTo>
                <a:cubicBezTo>
                  <a:pt x="14429" y="20"/>
                  <a:pt x="14441" y="26"/>
                  <a:pt x="14451" y="34"/>
                </a:cubicBezTo>
                <a:cubicBezTo>
                  <a:pt x="14462" y="41"/>
                  <a:pt x="14472" y="49"/>
                  <a:pt x="14481" y="58"/>
                </a:cubicBezTo>
                <a:cubicBezTo>
                  <a:pt x="14491" y="67"/>
                  <a:pt x="14499" y="78"/>
                  <a:pt x="14506" y="88"/>
                </a:cubicBezTo>
                <a:cubicBezTo>
                  <a:pt x="14513" y="99"/>
                  <a:pt x="14520" y="111"/>
                  <a:pt x="14524" y="123"/>
                </a:cubicBezTo>
                <a:cubicBezTo>
                  <a:pt x="14529" y="135"/>
                  <a:pt x="14533" y="147"/>
                  <a:pt x="14536" y="160"/>
                </a:cubicBezTo>
                <a:cubicBezTo>
                  <a:pt x="14538" y="173"/>
                  <a:pt x="14540" y="186"/>
                  <a:pt x="14540" y="199"/>
                </a:cubicBezTo>
                <a:lnTo>
                  <a:pt x="14540" y="2581"/>
                </a:lnTo>
                <a:cubicBezTo>
                  <a:pt x="14540" y="2594"/>
                  <a:pt x="14538" y="2607"/>
                  <a:pt x="14536" y="2620"/>
                </a:cubicBezTo>
                <a:cubicBezTo>
                  <a:pt x="14533" y="2632"/>
                  <a:pt x="14529" y="2645"/>
                  <a:pt x="14524" y="2657"/>
                </a:cubicBezTo>
                <a:cubicBezTo>
                  <a:pt x="14520" y="2669"/>
                  <a:pt x="14513" y="2680"/>
                  <a:pt x="14506" y="2691"/>
                </a:cubicBezTo>
                <a:cubicBezTo>
                  <a:pt x="14499" y="2702"/>
                  <a:pt x="14491" y="2712"/>
                  <a:pt x="14481" y="2721"/>
                </a:cubicBezTo>
                <a:cubicBezTo>
                  <a:pt x="14472" y="2730"/>
                  <a:pt x="14462" y="2739"/>
                  <a:pt x="14451" y="2746"/>
                </a:cubicBezTo>
                <a:cubicBezTo>
                  <a:pt x="14441" y="2753"/>
                  <a:pt x="14429" y="2759"/>
                  <a:pt x="14417" y="2764"/>
                </a:cubicBezTo>
                <a:cubicBezTo>
                  <a:pt x="14405" y="2769"/>
                  <a:pt x="14393" y="2773"/>
                  <a:pt x="14380" y="2775"/>
                </a:cubicBezTo>
                <a:cubicBezTo>
                  <a:pt x="14367" y="2778"/>
                  <a:pt x="14354" y="2779"/>
                  <a:pt x="14341" y="2779"/>
                </a:cubicBezTo>
                <a:lnTo>
                  <a:pt x="158" y="2779"/>
                </a:lnTo>
                <a:cubicBezTo>
                  <a:pt x="148" y="2779"/>
                  <a:pt x="138" y="2778"/>
                  <a:pt x="128" y="2775"/>
                </a:cubicBezTo>
                <a:cubicBezTo>
                  <a:pt x="117" y="2773"/>
                  <a:pt x="107" y="2769"/>
                  <a:pt x="98" y="2764"/>
                </a:cubicBezTo>
                <a:cubicBezTo>
                  <a:pt x="88" y="2759"/>
                  <a:pt x="79" y="2753"/>
                  <a:pt x="70" y="2746"/>
                </a:cubicBezTo>
                <a:cubicBezTo>
                  <a:pt x="62" y="2739"/>
                  <a:pt x="54" y="2730"/>
                  <a:pt x="46" y="2721"/>
                </a:cubicBezTo>
                <a:cubicBezTo>
                  <a:pt x="39" y="2712"/>
                  <a:pt x="32" y="2702"/>
                  <a:pt x="27" y="2691"/>
                </a:cubicBezTo>
                <a:cubicBezTo>
                  <a:pt x="21" y="2680"/>
                  <a:pt x="16" y="2669"/>
                  <a:pt x="12" y="2657"/>
                </a:cubicBezTo>
                <a:cubicBezTo>
                  <a:pt x="8" y="2645"/>
                  <a:pt x="5" y="2632"/>
                  <a:pt x="3" y="2620"/>
                </a:cubicBezTo>
                <a:cubicBezTo>
                  <a:pt x="1" y="2607"/>
                  <a:pt x="0" y="2594"/>
                  <a:pt x="0" y="258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任意多边形: 形状 192"/>
          <p:cNvSpPr/>
          <p:nvPr/>
        </p:nvSpPr>
        <p:spPr>
          <a:xfrm>
            <a:off x="609480" y="4933800"/>
            <a:ext cx="5258160" cy="1009800"/>
          </a:xfrm>
          <a:custGeom>
            <a:avLst/>
            <a:gdLst/>
            <a:ahLst/>
            <a:cxnLst/>
            <a:rect l="0" t="0" r="r" b="b"/>
            <a:pathLst>
              <a:path w="14606" h="2805">
                <a:moveTo>
                  <a:pt x="0" y="2594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3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2" y="43"/>
                  <a:pt x="94" y="36"/>
                </a:cubicBezTo>
                <a:cubicBezTo>
                  <a:pt x="105" y="28"/>
                  <a:pt x="118" y="21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14394" y="0"/>
                </a:lnTo>
                <a:cubicBezTo>
                  <a:pt x="14408" y="0"/>
                  <a:pt x="14422" y="1"/>
                  <a:pt x="14435" y="4"/>
                </a:cubicBezTo>
                <a:cubicBezTo>
                  <a:pt x="14449" y="7"/>
                  <a:pt x="14462" y="11"/>
                  <a:pt x="14475" y="16"/>
                </a:cubicBezTo>
                <a:cubicBezTo>
                  <a:pt x="14488" y="21"/>
                  <a:pt x="14500" y="28"/>
                  <a:pt x="14512" y="36"/>
                </a:cubicBezTo>
                <a:cubicBezTo>
                  <a:pt x="14523" y="43"/>
                  <a:pt x="14534" y="52"/>
                  <a:pt x="14544" y="62"/>
                </a:cubicBezTo>
                <a:cubicBezTo>
                  <a:pt x="14554" y="72"/>
                  <a:pt x="14562" y="82"/>
                  <a:pt x="14570" y="94"/>
                </a:cubicBezTo>
                <a:cubicBezTo>
                  <a:pt x="14578" y="106"/>
                  <a:pt x="14584" y="118"/>
                  <a:pt x="14590" y="131"/>
                </a:cubicBezTo>
                <a:cubicBezTo>
                  <a:pt x="14595" y="143"/>
                  <a:pt x="14599" y="157"/>
                  <a:pt x="14602" y="170"/>
                </a:cubicBezTo>
                <a:cubicBezTo>
                  <a:pt x="14604" y="184"/>
                  <a:pt x="14606" y="198"/>
                  <a:pt x="14606" y="212"/>
                </a:cubicBezTo>
                <a:lnTo>
                  <a:pt x="14606" y="2594"/>
                </a:lnTo>
                <a:cubicBezTo>
                  <a:pt x="14606" y="2608"/>
                  <a:pt x="14604" y="2621"/>
                  <a:pt x="14602" y="2635"/>
                </a:cubicBezTo>
                <a:cubicBezTo>
                  <a:pt x="14599" y="2649"/>
                  <a:pt x="14595" y="2662"/>
                  <a:pt x="14590" y="2675"/>
                </a:cubicBezTo>
                <a:cubicBezTo>
                  <a:pt x="14584" y="2688"/>
                  <a:pt x="14578" y="2700"/>
                  <a:pt x="14570" y="2711"/>
                </a:cubicBezTo>
                <a:cubicBezTo>
                  <a:pt x="14562" y="2723"/>
                  <a:pt x="14554" y="2734"/>
                  <a:pt x="14544" y="2744"/>
                </a:cubicBezTo>
                <a:cubicBezTo>
                  <a:pt x="14534" y="2753"/>
                  <a:pt x="14523" y="2762"/>
                  <a:pt x="14512" y="2770"/>
                </a:cubicBezTo>
                <a:cubicBezTo>
                  <a:pt x="14500" y="2778"/>
                  <a:pt x="14488" y="2784"/>
                  <a:pt x="14475" y="2789"/>
                </a:cubicBezTo>
                <a:cubicBezTo>
                  <a:pt x="14462" y="2795"/>
                  <a:pt x="14449" y="2799"/>
                  <a:pt x="14435" y="2801"/>
                </a:cubicBezTo>
                <a:cubicBezTo>
                  <a:pt x="14422" y="2804"/>
                  <a:pt x="14408" y="2805"/>
                  <a:pt x="14394" y="2805"/>
                </a:cubicBezTo>
                <a:lnTo>
                  <a:pt x="211" y="2805"/>
                </a:lnTo>
                <a:cubicBezTo>
                  <a:pt x="198" y="2805"/>
                  <a:pt x="184" y="2804"/>
                  <a:pt x="170" y="2801"/>
                </a:cubicBezTo>
                <a:cubicBezTo>
                  <a:pt x="157" y="2799"/>
                  <a:pt x="143" y="2795"/>
                  <a:pt x="130" y="2789"/>
                </a:cubicBezTo>
                <a:cubicBezTo>
                  <a:pt x="118" y="2784"/>
                  <a:pt x="105" y="2778"/>
                  <a:pt x="94" y="2770"/>
                </a:cubicBezTo>
                <a:cubicBezTo>
                  <a:pt x="82" y="2762"/>
                  <a:pt x="72" y="2753"/>
                  <a:pt x="62" y="2744"/>
                </a:cubicBezTo>
                <a:cubicBezTo>
                  <a:pt x="52" y="2734"/>
                  <a:pt x="43" y="2723"/>
                  <a:pt x="36" y="2711"/>
                </a:cubicBezTo>
                <a:cubicBezTo>
                  <a:pt x="28" y="2700"/>
                  <a:pt x="21" y="2688"/>
                  <a:pt x="16" y="2675"/>
                </a:cubicBezTo>
                <a:cubicBezTo>
                  <a:pt x="11" y="2662"/>
                  <a:pt x="7" y="2649"/>
                  <a:pt x="4" y="2635"/>
                </a:cubicBezTo>
                <a:cubicBezTo>
                  <a:pt x="1" y="2621"/>
                  <a:pt x="0" y="2608"/>
                  <a:pt x="0" y="2594"/>
                </a:cubicBezTo>
                <a:moveTo>
                  <a:pt x="106" y="2594"/>
                </a:moveTo>
                <a:lnTo>
                  <a:pt x="106" y="212"/>
                </a:lnTo>
                <a:cubicBezTo>
                  <a:pt x="106" y="199"/>
                  <a:pt x="106" y="187"/>
                  <a:pt x="108" y="175"/>
                </a:cubicBezTo>
                <a:cubicBezTo>
                  <a:pt x="109" y="164"/>
                  <a:pt x="111" y="152"/>
                  <a:pt x="114" y="141"/>
                </a:cubicBezTo>
                <a:cubicBezTo>
                  <a:pt x="116" y="129"/>
                  <a:pt x="120" y="119"/>
                  <a:pt x="124" y="109"/>
                </a:cubicBezTo>
                <a:cubicBezTo>
                  <a:pt x="127" y="99"/>
                  <a:pt x="132" y="89"/>
                  <a:pt x="137" y="81"/>
                </a:cubicBezTo>
                <a:cubicBezTo>
                  <a:pt x="142" y="72"/>
                  <a:pt x="147" y="64"/>
                  <a:pt x="153" y="58"/>
                </a:cubicBezTo>
                <a:cubicBezTo>
                  <a:pt x="158" y="51"/>
                  <a:pt x="165" y="45"/>
                  <a:pt x="171" y="40"/>
                </a:cubicBezTo>
                <a:cubicBezTo>
                  <a:pt x="177" y="36"/>
                  <a:pt x="184" y="32"/>
                  <a:pt x="191" y="30"/>
                </a:cubicBezTo>
                <a:cubicBezTo>
                  <a:pt x="198" y="28"/>
                  <a:pt x="205" y="26"/>
                  <a:pt x="211" y="26"/>
                </a:cubicBezTo>
                <a:lnTo>
                  <a:pt x="14394" y="26"/>
                </a:lnTo>
                <a:cubicBezTo>
                  <a:pt x="14406" y="26"/>
                  <a:pt x="14418" y="28"/>
                  <a:pt x="14430" y="30"/>
                </a:cubicBezTo>
                <a:cubicBezTo>
                  <a:pt x="14442" y="32"/>
                  <a:pt x="14454" y="36"/>
                  <a:pt x="14465" y="40"/>
                </a:cubicBezTo>
                <a:cubicBezTo>
                  <a:pt x="14476" y="45"/>
                  <a:pt x="14487" y="51"/>
                  <a:pt x="14497" y="58"/>
                </a:cubicBezTo>
                <a:cubicBezTo>
                  <a:pt x="14507" y="64"/>
                  <a:pt x="14517" y="72"/>
                  <a:pt x="14525" y="81"/>
                </a:cubicBezTo>
                <a:cubicBezTo>
                  <a:pt x="14534" y="89"/>
                  <a:pt x="14541" y="99"/>
                  <a:pt x="14548" y="109"/>
                </a:cubicBezTo>
                <a:cubicBezTo>
                  <a:pt x="14555" y="119"/>
                  <a:pt x="14561" y="129"/>
                  <a:pt x="14565" y="141"/>
                </a:cubicBezTo>
                <a:cubicBezTo>
                  <a:pt x="14570" y="152"/>
                  <a:pt x="14573" y="164"/>
                  <a:pt x="14576" y="175"/>
                </a:cubicBezTo>
                <a:cubicBezTo>
                  <a:pt x="14578" y="187"/>
                  <a:pt x="14579" y="199"/>
                  <a:pt x="14579" y="212"/>
                </a:cubicBezTo>
                <a:lnTo>
                  <a:pt x="14579" y="2594"/>
                </a:lnTo>
                <a:cubicBezTo>
                  <a:pt x="14579" y="2606"/>
                  <a:pt x="14578" y="2618"/>
                  <a:pt x="14576" y="2630"/>
                </a:cubicBezTo>
                <a:cubicBezTo>
                  <a:pt x="14573" y="2642"/>
                  <a:pt x="14570" y="2653"/>
                  <a:pt x="14565" y="2665"/>
                </a:cubicBezTo>
                <a:cubicBezTo>
                  <a:pt x="14561" y="2676"/>
                  <a:pt x="14555" y="2687"/>
                  <a:pt x="14548" y="2697"/>
                </a:cubicBezTo>
                <a:cubicBezTo>
                  <a:pt x="14541" y="2707"/>
                  <a:pt x="14534" y="2716"/>
                  <a:pt x="14525" y="2725"/>
                </a:cubicBezTo>
                <a:cubicBezTo>
                  <a:pt x="14517" y="2733"/>
                  <a:pt x="14507" y="2741"/>
                  <a:pt x="14497" y="2748"/>
                </a:cubicBezTo>
                <a:cubicBezTo>
                  <a:pt x="14487" y="2755"/>
                  <a:pt x="14476" y="2760"/>
                  <a:pt x="14465" y="2765"/>
                </a:cubicBezTo>
                <a:cubicBezTo>
                  <a:pt x="14454" y="2770"/>
                  <a:pt x="14442" y="2773"/>
                  <a:pt x="14430" y="2775"/>
                </a:cubicBezTo>
                <a:cubicBezTo>
                  <a:pt x="14418" y="2778"/>
                  <a:pt x="14406" y="2779"/>
                  <a:pt x="14394" y="2779"/>
                </a:cubicBezTo>
                <a:lnTo>
                  <a:pt x="211" y="2779"/>
                </a:lnTo>
                <a:cubicBezTo>
                  <a:pt x="205" y="2779"/>
                  <a:pt x="198" y="2778"/>
                  <a:pt x="191" y="2775"/>
                </a:cubicBezTo>
                <a:cubicBezTo>
                  <a:pt x="184" y="2773"/>
                  <a:pt x="177" y="2770"/>
                  <a:pt x="171" y="2765"/>
                </a:cubicBezTo>
                <a:cubicBezTo>
                  <a:pt x="165" y="2760"/>
                  <a:pt x="158" y="2755"/>
                  <a:pt x="153" y="2748"/>
                </a:cubicBezTo>
                <a:cubicBezTo>
                  <a:pt x="147" y="2741"/>
                  <a:pt x="142" y="2733"/>
                  <a:pt x="137" y="2725"/>
                </a:cubicBezTo>
                <a:cubicBezTo>
                  <a:pt x="132" y="2716"/>
                  <a:pt x="127" y="2707"/>
                  <a:pt x="124" y="2697"/>
                </a:cubicBezTo>
                <a:cubicBezTo>
                  <a:pt x="120" y="2687"/>
                  <a:pt x="116" y="2676"/>
                  <a:pt x="114" y="2665"/>
                </a:cubicBezTo>
                <a:cubicBezTo>
                  <a:pt x="111" y="2653"/>
                  <a:pt x="109" y="2642"/>
                  <a:pt x="108" y="2630"/>
                </a:cubicBezTo>
                <a:cubicBezTo>
                  <a:pt x="106" y="2618"/>
                  <a:pt x="106" y="2606"/>
                  <a:pt x="106" y="2594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876240" y="4287600"/>
            <a:ext cx="1676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高并发下实时状态监控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876240" y="5192640"/>
            <a:ext cx="1659636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1" i="0" u="none" strike="noStrike">
                <a:solidFill>
                  <a:srgbClr val="212529"/>
                </a:solidFill>
                <a:effectLst/>
                <a:uFillTx/>
                <a:latin typeface="Inter, sans-serif"/>
                <a:ea typeface="Inter, sans-serif"/>
              </a:rPr>
              <a:t>资源竞争与调度平衡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876240" y="5478480"/>
            <a:ext cx="2346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保证采集任务与业务服务器稳定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任意多边形: 形状 196"/>
          <p:cNvSpPr/>
          <p:nvPr/>
        </p:nvSpPr>
        <p:spPr>
          <a:xfrm>
            <a:off x="6343560" y="2557440"/>
            <a:ext cx="5234400" cy="990720"/>
          </a:xfrm>
          <a:custGeom>
            <a:avLst/>
            <a:gdLst/>
            <a:ahLst/>
            <a:cxnLst/>
            <a:rect l="0" t="0" r="r" b="b"/>
            <a:pathLst>
              <a:path w="14540" h="2752">
                <a:moveTo>
                  <a:pt x="0" y="2554"/>
                </a:moveTo>
                <a:lnTo>
                  <a:pt x="0" y="198"/>
                </a:lnTo>
                <a:cubicBezTo>
                  <a:pt x="0" y="185"/>
                  <a:pt x="1" y="172"/>
                  <a:pt x="3" y="159"/>
                </a:cubicBezTo>
                <a:cubicBezTo>
                  <a:pt x="5" y="147"/>
                  <a:pt x="8" y="134"/>
                  <a:pt x="12" y="122"/>
                </a:cubicBezTo>
                <a:cubicBezTo>
                  <a:pt x="16" y="110"/>
                  <a:pt x="21" y="99"/>
                  <a:pt x="27" y="88"/>
                </a:cubicBezTo>
                <a:cubicBezTo>
                  <a:pt x="32" y="77"/>
                  <a:pt x="39" y="67"/>
                  <a:pt x="46" y="58"/>
                </a:cubicBezTo>
                <a:cubicBezTo>
                  <a:pt x="54" y="48"/>
                  <a:pt x="62" y="40"/>
                  <a:pt x="70" y="33"/>
                </a:cubicBezTo>
                <a:cubicBezTo>
                  <a:pt x="79" y="26"/>
                  <a:pt x="88" y="20"/>
                  <a:pt x="98" y="15"/>
                </a:cubicBezTo>
                <a:cubicBezTo>
                  <a:pt x="107" y="10"/>
                  <a:pt x="117" y="6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14341" y="0"/>
                </a:lnTo>
                <a:cubicBezTo>
                  <a:pt x="14354" y="0"/>
                  <a:pt x="14367" y="1"/>
                  <a:pt x="14380" y="3"/>
                </a:cubicBezTo>
                <a:cubicBezTo>
                  <a:pt x="14393" y="6"/>
                  <a:pt x="14405" y="10"/>
                  <a:pt x="14417" y="15"/>
                </a:cubicBezTo>
                <a:cubicBezTo>
                  <a:pt x="14429" y="20"/>
                  <a:pt x="14441" y="26"/>
                  <a:pt x="14451" y="33"/>
                </a:cubicBezTo>
                <a:cubicBezTo>
                  <a:pt x="14462" y="40"/>
                  <a:pt x="14472" y="48"/>
                  <a:pt x="14481" y="58"/>
                </a:cubicBezTo>
                <a:cubicBezTo>
                  <a:pt x="14491" y="67"/>
                  <a:pt x="14499" y="77"/>
                  <a:pt x="14506" y="88"/>
                </a:cubicBezTo>
                <a:cubicBezTo>
                  <a:pt x="14513" y="99"/>
                  <a:pt x="14520" y="110"/>
                  <a:pt x="14524" y="122"/>
                </a:cubicBezTo>
                <a:cubicBezTo>
                  <a:pt x="14529" y="134"/>
                  <a:pt x="14533" y="147"/>
                  <a:pt x="14536" y="159"/>
                </a:cubicBezTo>
                <a:cubicBezTo>
                  <a:pt x="14538" y="172"/>
                  <a:pt x="14540" y="185"/>
                  <a:pt x="14540" y="198"/>
                </a:cubicBezTo>
                <a:lnTo>
                  <a:pt x="14540" y="2554"/>
                </a:lnTo>
                <a:cubicBezTo>
                  <a:pt x="14540" y="2567"/>
                  <a:pt x="14538" y="2580"/>
                  <a:pt x="14536" y="2593"/>
                </a:cubicBezTo>
                <a:cubicBezTo>
                  <a:pt x="14533" y="2605"/>
                  <a:pt x="14529" y="2618"/>
                  <a:pt x="14524" y="2630"/>
                </a:cubicBezTo>
                <a:cubicBezTo>
                  <a:pt x="14520" y="2642"/>
                  <a:pt x="14513" y="2653"/>
                  <a:pt x="14506" y="2664"/>
                </a:cubicBezTo>
                <a:cubicBezTo>
                  <a:pt x="14499" y="2675"/>
                  <a:pt x="14491" y="2685"/>
                  <a:pt x="14481" y="2694"/>
                </a:cubicBezTo>
                <a:cubicBezTo>
                  <a:pt x="14472" y="2703"/>
                  <a:pt x="14462" y="2712"/>
                  <a:pt x="14451" y="2719"/>
                </a:cubicBezTo>
                <a:cubicBezTo>
                  <a:pt x="14441" y="2726"/>
                  <a:pt x="14429" y="2732"/>
                  <a:pt x="14417" y="2737"/>
                </a:cubicBezTo>
                <a:cubicBezTo>
                  <a:pt x="14405" y="2742"/>
                  <a:pt x="14393" y="2746"/>
                  <a:pt x="14380" y="2748"/>
                </a:cubicBezTo>
                <a:cubicBezTo>
                  <a:pt x="14367" y="2751"/>
                  <a:pt x="14354" y="2752"/>
                  <a:pt x="14341" y="2752"/>
                </a:cubicBezTo>
                <a:lnTo>
                  <a:pt x="158" y="2752"/>
                </a:lnTo>
                <a:cubicBezTo>
                  <a:pt x="148" y="2752"/>
                  <a:pt x="138" y="2751"/>
                  <a:pt x="128" y="2748"/>
                </a:cubicBezTo>
                <a:cubicBezTo>
                  <a:pt x="117" y="2746"/>
                  <a:pt x="107" y="2742"/>
                  <a:pt x="98" y="2737"/>
                </a:cubicBezTo>
                <a:cubicBezTo>
                  <a:pt x="88" y="2732"/>
                  <a:pt x="79" y="2726"/>
                  <a:pt x="70" y="2719"/>
                </a:cubicBezTo>
                <a:cubicBezTo>
                  <a:pt x="62" y="2712"/>
                  <a:pt x="54" y="2703"/>
                  <a:pt x="46" y="2694"/>
                </a:cubicBezTo>
                <a:cubicBezTo>
                  <a:pt x="39" y="2685"/>
                  <a:pt x="32" y="2675"/>
                  <a:pt x="27" y="2664"/>
                </a:cubicBezTo>
                <a:cubicBezTo>
                  <a:pt x="21" y="2653"/>
                  <a:pt x="16" y="2642"/>
                  <a:pt x="12" y="2630"/>
                </a:cubicBezTo>
                <a:cubicBezTo>
                  <a:pt x="8" y="2618"/>
                  <a:pt x="5" y="2605"/>
                  <a:pt x="3" y="2593"/>
                </a:cubicBezTo>
                <a:cubicBezTo>
                  <a:pt x="1" y="2580"/>
                  <a:pt x="0" y="2567"/>
                  <a:pt x="0" y="25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任意多边形: 形状 197"/>
          <p:cNvSpPr/>
          <p:nvPr/>
        </p:nvSpPr>
        <p:spPr>
          <a:xfrm>
            <a:off x="6324480" y="2552400"/>
            <a:ext cx="5258160" cy="1000440"/>
          </a:xfrm>
          <a:custGeom>
            <a:avLst/>
            <a:gdLst/>
            <a:ahLst/>
            <a:cxnLst/>
            <a:rect l="0" t="0" r="r" b="b"/>
            <a:pathLst>
              <a:path w="14606" h="2779">
                <a:moveTo>
                  <a:pt x="0" y="2567"/>
                </a:moveTo>
                <a:lnTo>
                  <a:pt x="0" y="212"/>
                </a:lnTo>
                <a:cubicBezTo>
                  <a:pt x="0" y="198"/>
                  <a:pt x="1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2"/>
                  <a:pt x="198" y="0"/>
                  <a:pt x="211" y="0"/>
                </a:cubicBezTo>
                <a:lnTo>
                  <a:pt x="14394" y="0"/>
                </a:lnTo>
                <a:cubicBezTo>
                  <a:pt x="14408" y="0"/>
                  <a:pt x="14422" y="2"/>
                  <a:pt x="14435" y="4"/>
                </a:cubicBezTo>
                <a:cubicBezTo>
                  <a:pt x="14449" y="7"/>
                  <a:pt x="14462" y="11"/>
                  <a:pt x="14475" y="16"/>
                </a:cubicBezTo>
                <a:cubicBezTo>
                  <a:pt x="14488" y="22"/>
                  <a:pt x="14500" y="28"/>
                  <a:pt x="14512" y="36"/>
                </a:cubicBezTo>
                <a:cubicBezTo>
                  <a:pt x="14523" y="44"/>
                  <a:pt x="14534" y="53"/>
                  <a:pt x="14544" y="62"/>
                </a:cubicBezTo>
                <a:cubicBezTo>
                  <a:pt x="14554" y="72"/>
                  <a:pt x="14562" y="83"/>
                  <a:pt x="14570" y="94"/>
                </a:cubicBezTo>
                <a:cubicBezTo>
                  <a:pt x="14578" y="106"/>
                  <a:pt x="14584" y="118"/>
                  <a:pt x="14590" y="131"/>
                </a:cubicBezTo>
                <a:cubicBezTo>
                  <a:pt x="14595" y="144"/>
                  <a:pt x="14599" y="157"/>
                  <a:pt x="14602" y="171"/>
                </a:cubicBezTo>
                <a:cubicBezTo>
                  <a:pt x="14604" y="184"/>
                  <a:pt x="14606" y="198"/>
                  <a:pt x="14606" y="212"/>
                </a:cubicBezTo>
                <a:lnTo>
                  <a:pt x="14606" y="2567"/>
                </a:lnTo>
                <a:cubicBezTo>
                  <a:pt x="14606" y="2581"/>
                  <a:pt x="14604" y="2594"/>
                  <a:pt x="14602" y="2608"/>
                </a:cubicBezTo>
                <a:cubicBezTo>
                  <a:pt x="14599" y="2622"/>
                  <a:pt x="14595" y="2636"/>
                  <a:pt x="14590" y="2649"/>
                </a:cubicBezTo>
                <a:cubicBezTo>
                  <a:pt x="14584" y="2662"/>
                  <a:pt x="14578" y="2674"/>
                  <a:pt x="14570" y="2685"/>
                </a:cubicBezTo>
                <a:cubicBezTo>
                  <a:pt x="14562" y="2697"/>
                  <a:pt x="14554" y="2708"/>
                  <a:pt x="14544" y="2717"/>
                </a:cubicBezTo>
                <a:cubicBezTo>
                  <a:pt x="14534" y="2727"/>
                  <a:pt x="14523" y="2736"/>
                  <a:pt x="14512" y="2744"/>
                </a:cubicBezTo>
                <a:cubicBezTo>
                  <a:pt x="14500" y="2752"/>
                  <a:pt x="14488" y="2758"/>
                  <a:pt x="14475" y="2763"/>
                </a:cubicBezTo>
                <a:cubicBezTo>
                  <a:pt x="14462" y="2769"/>
                  <a:pt x="14449" y="2773"/>
                  <a:pt x="14435" y="2775"/>
                </a:cubicBezTo>
                <a:cubicBezTo>
                  <a:pt x="14422" y="2778"/>
                  <a:pt x="14408" y="2779"/>
                  <a:pt x="14394" y="2779"/>
                </a:cubicBezTo>
                <a:lnTo>
                  <a:pt x="211" y="2779"/>
                </a:lnTo>
                <a:cubicBezTo>
                  <a:pt x="198" y="2779"/>
                  <a:pt x="184" y="2778"/>
                  <a:pt x="170" y="2775"/>
                </a:cubicBezTo>
                <a:cubicBezTo>
                  <a:pt x="157" y="2773"/>
                  <a:pt x="143" y="2769"/>
                  <a:pt x="130" y="2763"/>
                </a:cubicBezTo>
                <a:cubicBezTo>
                  <a:pt x="118" y="2758"/>
                  <a:pt x="105" y="2752"/>
                  <a:pt x="94" y="2744"/>
                </a:cubicBezTo>
                <a:cubicBezTo>
                  <a:pt x="82" y="2736"/>
                  <a:pt x="72" y="2727"/>
                  <a:pt x="62" y="2717"/>
                </a:cubicBezTo>
                <a:cubicBezTo>
                  <a:pt x="52" y="2708"/>
                  <a:pt x="43" y="2697"/>
                  <a:pt x="36" y="2685"/>
                </a:cubicBezTo>
                <a:cubicBezTo>
                  <a:pt x="28" y="2674"/>
                  <a:pt x="21" y="2662"/>
                  <a:pt x="16" y="2649"/>
                </a:cubicBezTo>
                <a:cubicBezTo>
                  <a:pt x="11" y="2636"/>
                  <a:pt x="7" y="2622"/>
                  <a:pt x="4" y="2608"/>
                </a:cubicBezTo>
                <a:cubicBezTo>
                  <a:pt x="1" y="2594"/>
                  <a:pt x="0" y="2581"/>
                  <a:pt x="0" y="2567"/>
                </a:cubicBezTo>
                <a:moveTo>
                  <a:pt x="106" y="2567"/>
                </a:moveTo>
                <a:lnTo>
                  <a:pt x="106" y="212"/>
                </a:lnTo>
                <a:cubicBezTo>
                  <a:pt x="106" y="200"/>
                  <a:pt x="106" y="188"/>
                  <a:pt x="108" y="176"/>
                </a:cubicBezTo>
                <a:cubicBezTo>
                  <a:pt x="109" y="164"/>
                  <a:pt x="111" y="152"/>
                  <a:pt x="114" y="141"/>
                </a:cubicBezTo>
                <a:cubicBezTo>
                  <a:pt x="116" y="130"/>
                  <a:pt x="120" y="119"/>
                  <a:pt x="124" y="109"/>
                </a:cubicBezTo>
                <a:cubicBezTo>
                  <a:pt x="127" y="99"/>
                  <a:pt x="132" y="90"/>
                  <a:pt x="137" y="81"/>
                </a:cubicBezTo>
                <a:cubicBezTo>
                  <a:pt x="142" y="72"/>
                  <a:pt x="147" y="65"/>
                  <a:pt x="153" y="58"/>
                </a:cubicBezTo>
                <a:cubicBezTo>
                  <a:pt x="158" y="51"/>
                  <a:pt x="165" y="46"/>
                  <a:pt x="171" y="41"/>
                </a:cubicBezTo>
                <a:cubicBezTo>
                  <a:pt x="177" y="36"/>
                  <a:pt x="184" y="33"/>
                  <a:pt x="191" y="30"/>
                </a:cubicBezTo>
                <a:cubicBezTo>
                  <a:pt x="198" y="28"/>
                  <a:pt x="205" y="27"/>
                  <a:pt x="211" y="27"/>
                </a:cubicBezTo>
                <a:lnTo>
                  <a:pt x="14394" y="27"/>
                </a:lnTo>
                <a:cubicBezTo>
                  <a:pt x="14406" y="27"/>
                  <a:pt x="14418" y="28"/>
                  <a:pt x="14430" y="30"/>
                </a:cubicBezTo>
                <a:cubicBezTo>
                  <a:pt x="14442" y="33"/>
                  <a:pt x="14454" y="36"/>
                  <a:pt x="14465" y="41"/>
                </a:cubicBezTo>
                <a:cubicBezTo>
                  <a:pt x="14476" y="46"/>
                  <a:pt x="14487" y="51"/>
                  <a:pt x="14497" y="58"/>
                </a:cubicBezTo>
                <a:cubicBezTo>
                  <a:pt x="14507" y="65"/>
                  <a:pt x="14517" y="72"/>
                  <a:pt x="14525" y="81"/>
                </a:cubicBezTo>
                <a:cubicBezTo>
                  <a:pt x="14534" y="90"/>
                  <a:pt x="14541" y="99"/>
                  <a:pt x="14548" y="109"/>
                </a:cubicBezTo>
                <a:cubicBezTo>
                  <a:pt x="14555" y="119"/>
                  <a:pt x="14561" y="130"/>
                  <a:pt x="14565" y="141"/>
                </a:cubicBezTo>
                <a:cubicBezTo>
                  <a:pt x="14570" y="152"/>
                  <a:pt x="14573" y="164"/>
                  <a:pt x="14576" y="176"/>
                </a:cubicBezTo>
                <a:cubicBezTo>
                  <a:pt x="14578" y="188"/>
                  <a:pt x="14579" y="200"/>
                  <a:pt x="14579" y="212"/>
                </a:cubicBezTo>
                <a:lnTo>
                  <a:pt x="14579" y="2567"/>
                </a:lnTo>
                <a:cubicBezTo>
                  <a:pt x="14579" y="2579"/>
                  <a:pt x="14578" y="2591"/>
                  <a:pt x="14576" y="2603"/>
                </a:cubicBezTo>
                <a:cubicBezTo>
                  <a:pt x="14573" y="2615"/>
                  <a:pt x="14570" y="2626"/>
                  <a:pt x="14565" y="2639"/>
                </a:cubicBezTo>
                <a:cubicBezTo>
                  <a:pt x="14561" y="2650"/>
                  <a:pt x="14555" y="2661"/>
                  <a:pt x="14548" y="2671"/>
                </a:cubicBezTo>
                <a:cubicBezTo>
                  <a:pt x="14541" y="2681"/>
                  <a:pt x="14534" y="2690"/>
                  <a:pt x="14525" y="2699"/>
                </a:cubicBezTo>
                <a:cubicBezTo>
                  <a:pt x="14517" y="2707"/>
                  <a:pt x="14507" y="2715"/>
                  <a:pt x="14497" y="2722"/>
                </a:cubicBezTo>
                <a:cubicBezTo>
                  <a:pt x="14487" y="2729"/>
                  <a:pt x="14476" y="2734"/>
                  <a:pt x="14465" y="2739"/>
                </a:cubicBezTo>
                <a:cubicBezTo>
                  <a:pt x="14454" y="2744"/>
                  <a:pt x="14442" y="2747"/>
                  <a:pt x="14430" y="2749"/>
                </a:cubicBezTo>
                <a:cubicBezTo>
                  <a:pt x="14418" y="2752"/>
                  <a:pt x="14406" y="2753"/>
                  <a:pt x="14394" y="2753"/>
                </a:cubicBezTo>
                <a:lnTo>
                  <a:pt x="211" y="2753"/>
                </a:lnTo>
                <a:cubicBezTo>
                  <a:pt x="205" y="2753"/>
                  <a:pt x="198" y="2752"/>
                  <a:pt x="191" y="2749"/>
                </a:cubicBezTo>
                <a:cubicBezTo>
                  <a:pt x="184" y="2747"/>
                  <a:pt x="177" y="2744"/>
                  <a:pt x="171" y="2739"/>
                </a:cubicBezTo>
                <a:cubicBezTo>
                  <a:pt x="165" y="2734"/>
                  <a:pt x="158" y="2729"/>
                  <a:pt x="153" y="2722"/>
                </a:cubicBezTo>
                <a:cubicBezTo>
                  <a:pt x="147" y="2715"/>
                  <a:pt x="142" y="2707"/>
                  <a:pt x="137" y="2699"/>
                </a:cubicBezTo>
                <a:cubicBezTo>
                  <a:pt x="132" y="2690"/>
                  <a:pt x="127" y="2681"/>
                  <a:pt x="124" y="2671"/>
                </a:cubicBezTo>
                <a:cubicBezTo>
                  <a:pt x="120" y="2661"/>
                  <a:pt x="116" y="2650"/>
                  <a:pt x="114" y="2639"/>
                </a:cubicBezTo>
                <a:cubicBezTo>
                  <a:pt x="111" y="2626"/>
                  <a:pt x="109" y="2615"/>
                  <a:pt x="108" y="2603"/>
                </a:cubicBezTo>
                <a:cubicBezTo>
                  <a:pt x="106" y="2591"/>
                  <a:pt x="106" y="2579"/>
                  <a:pt x="106" y="2567"/>
                </a:cubicBezTo>
                <a:close/>
              </a:path>
            </a:pathLst>
          </a:custGeom>
          <a:solidFill>
            <a:srgbClr val="0A3D6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6324480" y="1864440"/>
            <a:ext cx="1005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i="0" u="none" strike="noStrike">
                <a:solidFill>
                  <a:srgbClr val="0A3D62"/>
                </a:solidFill>
                <a:effectLst/>
                <a:uFillTx/>
                <a:latin typeface="Inter, sans-serif"/>
                <a:ea typeface="Inter, sans-serif"/>
              </a:rPr>
              <a:t>预期成果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6591240" y="2811240"/>
            <a:ext cx="737616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1" i="0" u="none" strike="noStrike">
                <a:solidFill>
                  <a:srgbClr val="212529"/>
                </a:solidFill>
                <a:effectLst/>
                <a:uFillTx/>
                <a:latin typeface="Inter, sans-serif"/>
                <a:ea typeface="Inter, sans-serif"/>
              </a:rPr>
              <a:t>软件系统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6591240" y="3100680"/>
            <a:ext cx="313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Web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6901920" y="3097080"/>
            <a:ext cx="10058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服务端与探针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7816320" y="3100680"/>
            <a:ext cx="4572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Agent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任意多边形: 形状 203"/>
          <p:cNvSpPr/>
          <p:nvPr/>
        </p:nvSpPr>
        <p:spPr>
          <a:xfrm>
            <a:off x="6343560" y="3747960"/>
            <a:ext cx="5234400" cy="991080"/>
          </a:xfrm>
          <a:custGeom>
            <a:avLst/>
            <a:gdLst/>
            <a:ahLst/>
            <a:cxnLst/>
            <a:rect l="0" t="0" r="r" b="b"/>
            <a:pathLst>
              <a:path w="14540" h="2753">
                <a:moveTo>
                  <a:pt x="0" y="2554"/>
                </a:moveTo>
                <a:lnTo>
                  <a:pt x="0" y="198"/>
                </a:lnTo>
                <a:cubicBezTo>
                  <a:pt x="0" y="185"/>
                  <a:pt x="1" y="172"/>
                  <a:pt x="3" y="160"/>
                </a:cubicBezTo>
                <a:cubicBezTo>
                  <a:pt x="5" y="147"/>
                  <a:pt x="8" y="134"/>
                  <a:pt x="12" y="122"/>
                </a:cubicBezTo>
                <a:cubicBezTo>
                  <a:pt x="16" y="110"/>
                  <a:pt x="21" y="99"/>
                  <a:pt x="27" y="88"/>
                </a:cubicBezTo>
                <a:cubicBezTo>
                  <a:pt x="32" y="77"/>
                  <a:pt x="39" y="67"/>
                  <a:pt x="46" y="58"/>
                </a:cubicBezTo>
                <a:cubicBezTo>
                  <a:pt x="54" y="49"/>
                  <a:pt x="62" y="41"/>
                  <a:pt x="70" y="33"/>
                </a:cubicBezTo>
                <a:cubicBezTo>
                  <a:pt x="79" y="26"/>
                  <a:pt x="88" y="20"/>
                  <a:pt x="98" y="15"/>
                </a:cubicBezTo>
                <a:cubicBezTo>
                  <a:pt x="107" y="10"/>
                  <a:pt x="117" y="6"/>
                  <a:pt x="128" y="4"/>
                </a:cubicBezTo>
                <a:cubicBezTo>
                  <a:pt x="138" y="1"/>
                  <a:pt x="148" y="0"/>
                  <a:pt x="158" y="0"/>
                </a:cubicBezTo>
                <a:lnTo>
                  <a:pt x="14341" y="0"/>
                </a:lnTo>
                <a:cubicBezTo>
                  <a:pt x="14354" y="0"/>
                  <a:pt x="14367" y="1"/>
                  <a:pt x="14380" y="4"/>
                </a:cubicBezTo>
                <a:cubicBezTo>
                  <a:pt x="14393" y="6"/>
                  <a:pt x="14405" y="10"/>
                  <a:pt x="14417" y="15"/>
                </a:cubicBezTo>
                <a:cubicBezTo>
                  <a:pt x="14429" y="20"/>
                  <a:pt x="14441" y="26"/>
                  <a:pt x="14451" y="33"/>
                </a:cubicBezTo>
                <a:cubicBezTo>
                  <a:pt x="14462" y="41"/>
                  <a:pt x="14472" y="49"/>
                  <a:pt x="14481" y="58"/>
                </a:cubicBezTo>
                <a:cubicBezTo>
                  <a:pt x="14491" y="67"/>
                  <a:pt x="14499" y="77"/>
                  <a:pt x="14506" y="88"/>
                </a:cubicBezTo>
                <a:cubicBezTo>
                  <a:pt x="14513" y="99"/>
                  <a:pt x="14520" y="110"/>
                  <a:pt x="14524" y="122"/>
                </a:cubicBezTo>
                <a:cubicBezTo>
                  <a:pt x="14529" y="134"/>
                  <a:pt x="14533" y="147"/>
                  <a:pt x="14536" y="160"/>
                </a:cubicBezTo>
                <a:cubicBezTo>
                  <a:pt x="14538" y="172"/>
                  <a:pt x="14540" y="185"/>
                  <a:pt x="14540" y="198"/>
                </a:cubicBezTo>
                <a:lnTo>
                  <a:pt x="14540" y="2554"/>
                </a:lnTo>
                <a:cubicBezTo>
                  <a:pt x="14540" y="2567"/>
                  <a:pt x="14538" y="2580"/>
                  <a:pt x="14536" y="2593"/>
                </a:cubicBezTo>
                <a:cubicBezTo>
                  <a:pt x="14533" y="2606"/>
                  <a:pt x="14529" y="2618"/>
                  <a:pt x="14524" y="2630"/>
                </a:cubicBezTo>
                <a:cubicBezTo>
                  <a:pt x="14520" y="2642"/>
                  <a:pt x="14513" y="2653"/>
                  <a:pt x="14506" y="2664"/>
                </a:cubicBezTo>
                <a:cubicBezTo>
                  <a:pt x="14499" y="2675"/>
                  <a:pt x="14491" y="2685"/>
                  <a:pt x="14481" y="2694"/>
                </a:cubicBezTo>
                <a:cubicBezTo>
                  <a:pt x="14472" y="2704"/>
                  <a:pt x="14462" y="2712"/>
                  <a:pt x="14451" y="2719"/>
                </a:cubicBezTo>
                <a:cubicBezTo>
                  <a:pt x="14441" y="2726"/>
                  <a:pt x="14429" y="2732"/>
                  <a:pt x="14417" y="2737"/>
                </a:cubicBezTo>
                <a:cubicBezTo>
                  <a:pt x="14405" y="2742"/>
                  <a:pt x="14393" y="2746"/>
                  <a:pt x="14380" y="2749"/>
                </a:cubicBezTo>
                <a:cubicBezTo>
                  <a:pt x="14367" y="2751"/>
                  <a:pt x="14354" y="2753"/>
                  <a:pt x="14341" y="2753"/>
                </a:cubicBezTo>
                <a:lnTo>
                  <a:pt x="158" y="2753"/>
                </a:lnTo>
                <a:cubicBezTo>
                  <a:pt x="148" y="2753"/>
                  <a:pt x="138" y="2751"/>
                  <a:pt x="128" y="2749"/>
                </a:cubicBezTo>
                <a:cubicBezTo>
                  <a:pt x="117" y="2746"/>
                  <a:pt x="107" y="2742"/>
                  <a:pt x="98" y="2737"/>
                </a:cubicBezTo>
                <a:cubicBezTo>
                  <a:pt x="88" y="2732"/>
                  <a:pt x="79" y="2726"/>
                  <a:pt x="70" y="2719"/>
                </a:cubicBezTo>
                <a:cubicBezTo>
                  <a:pt x="62" y="2712"/>
                  <a:pt x="54" y="2704"/>
                  <a:pt x="46" y="2694"/>
                </a:cubicBezTo>
                <a:cubicBezTo>
                  <a:pt x="39" y="2685"/>
                  <a:pt x="32" y="2675"/>
                  <a:pt x="27" y="2664"/>
                </a:cubicBezTo>
                <a:cubicBezTo>
                  <a:pt x="21" y="2653"/>
                  <a:pt x="16" y="2642"/>
                  <a:pt x="12" y="2630"/>
                </a:cubicBezTo>
                <a:cubicBezTo>
                  <a:pt x="8" y="2618"/>
                  <a:pt x="5" y="2606"/>
                  <a:pt x="3" y="2593"/>
                </a:cubicBezTo>
                <a:cubicBezTo>
                  <a:pt x="1" y="2580"/>
                  <a:pt x="0" y="2567"/>
                  <a:pt x="0" y="25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任意多边形: 形状 204"/>
          <p:cNvSpPr/>
          <p:nvPr/>
        </p:nvSpPr>
        <p:spPr>
          <a:xfrm>
            <a:off x="6324480" y="3743280"/>
            <a:ext cx="5258160" cy="1000440"/>
          </a:xfrm>
          <a:custGeom>
            <a:avLst/>
            <a:gdLst/>
            <a:ahLst/>
            <a:cxnLst/>
            <a:rect l="0" t="0" r="r" b="b"/>
            <a:pathLst>
              <a:path w="14606" h="2779">
                <a:moveTo>
                  <a:pt x="0" y="2567"/>
                </a:moveTo>
                <a:lnTo>
                  <a:pt x="0" y="211"/>
                </a:lnTo>
                <a:cubicBezTo>
                  <a:pt x="0" y="197"/>
                  <a:pt x="1" y="184"/>
                  <a:pt x="4" y="170"/>
                </a:cubicBezTo>
                <a:cubicBezTo>
                  <a:pt x="7" y="156"/>
                  <a:pt x="11" y="143"/>
                  <a:pt x="16" y="130"/>
                </a:cubicBezTo>
                <a:cubicBezTo>
                  <a:pt x="21" y="117"/>
                  <a:pt x="28" y="105"/>
                  <a:pt x="36" y="94"/>
                </a:cubicBezTo>
                <a:cubicBezTo>
                  <a:pt x="43" y="82"/>
                  <a:pt x="52" y="71"/>
                  <a:pt x="62" y="62"/>
                </a:cubicBezTo>
                <a:cubicBezTo>
                  <a:pt x="72" y="52"/>
                  <a:pt x="82" y="43"/>
                  <a:pt x="94" y="35"/>
                </a:cubicBezTo>
                <a:cubicBezTo>
                  <a:pt x="105" y="28"/>
                  <a:pt x="118" y="21"/>
                  <a:pt x="130" y="16"/>
                </a:cubicBezTo>
                <a:cubicBezTo>
                  <a:pt x="143" y="10"/>
                  <a:pt x="157" y="6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14394" y="0"/>
                </a:lnTo>
                <a:cubicBezTo>
                  <a:pt x="14408" y="0"/>
                  <a:pt x="14422" y="1"/>
                  <a:pt x="14435" y="4"/>
                </a:cubicBezTo>
                <a:cubicBezTo>
                  <a:pt x="14449" y="6"/>
                  <a:pt x="14462" y="10"/>
                  <a:pt x="14475" y="16"/>
                </a:cubicBezTo>
                <a:cubicBezTo>
                  <a:pt x="14488" y="21"/>
                  <a:pt x="14500" y="28"/>
                  <a:pt x="14512" y="35"/>
                </a:cubicBezTo>
                <a:cubicBezTo>
                  <a:pt x="14523" y="43"/>
                  <a:pt x="14534" y="52"/>
                  <a:pt x="14544" y="62"/>
                </a:cubicBezTo>
                <a:cubicBezTo>
                  <a:pt x="14554" y="71"/>
                  <a:pt x="14562" y="82"/>
                  <a:pt x="14570" y="94"/>
                </a:cubicBezTo>
                <a:cubicBezTo>
                  <a:pt x="14578" y="105"/>
                  <a:pt x="14584" y="117"/>
                  <a:pt x="14590" y="130"/>
                </a:cubicBezTo>
                <a:cubicBezTo>
                  <a:pt x="14595" y="143"/>
                  <a:pt x="14599" y="156"/>
                  <a:pt x="14602" y="170"/>
                </a:cubicBezTo>
                <a:cubicBezTo>
                  <a:pt x="14604" y="184"/>
                  <a:pt x="14606" y="197"/>
                  <a:pt x="14606" y="211"/>
                </a:cubicBezTo>
                <a:lnTo>
                  <a:pt x="14606" y="2567"/>
                </a:lnTo>
                <a:cubicBezTo>
                  <a:pt x="14606" y="2581"/>
                  <a:pt x="14604" y="2595"/>
                  <a:pt x="14602" y="2608"/>
                </a:cubicBezTo>
                <a:cubicBezTo>
                  <a:pt x="14599" y="2622"/>
                  <a:pt x="14595" y="2635"/>
                  <a:pt x="14590" y="2648"/>
                </a:cubicBezTo>
                <a:cubicBezTo>
                  <a:pt x="14584" y="2661"/>
                  <a:pt x="14578" y="2673"/>
                  <a:pt x="14570" y="2685"/>
                </a:cubicBezTo>
                <a:cubicBezTo>
                  <a:pt x="14562" y="2696"/>
                  <a:pt x="14554" y="2707"/>
                  <a:pt x="14544" y="2717"/>
                </a:cubicBezTo>
                <a:cubicBezTo>
                  <a:pt x="14534" y="2727"/>
                  <a:pt x="14523" y="2735"/>
                  <a:pt x="14512" y="2743"/>
                </a:cubicBezTo>
                <a:cubicBezTo>
                  <a:pt x="14500" y="2751"/>
                  <a:pt x="14488" y="2757"/>
                  <a:pt x="14475" y="2763"/>
                </a:cubicBezTo>
                <a:cubicBezTo>
                  <a:pt x="14462" y="2768"/>
                  <a:pt x="14449" y="2772"/>
                  <a:pt x="14435" y="2775"/>
                </a:cubicBezTo>
                <a:cubicBezTo>
                  <a:pt x="14422" y="2777"/>
                  <a:pt x="14408" y="2779"/>
                  <a:pt x="14394" y="2779"/>
                </a:cubicBezTo>
                <a:lnTo>
                  <a:pt x="211" y="2779"/>
                </a:lnTo>
                <a:cubicBezTo>
                  <a:pt x="198" y="2779"/>
                  <a:pt x="184" y="2777"/>
                  <a:pt x="170" y="2775"/>
                </a:cubicBezTo>
                <a:cubicBezTo>
                  <a:pt x="157" y="2772"/>
                  <a:pt x="143" y="2768"/>
                  <a:pt x="130" y="2763"/>
                </a:cubicBezTo>
                <a:cubicBezTo>
                  <a:pt x="118" y="2757"/>
                  <a:pt x="105" y="2751"/>
                  <a:pt x="94" y="2743"/>
                </a:cubicBezTo>
                <a:cubicBezTo>
                  <a:pt x="82" y="2735"/>
                  <a:pt x="72" y="2727"/>
                  <a:pt x="62" y="2717"/>
                </a:cubicBezTo>
                <a:cubicBezTo>
                  <a:pt x="52" y="2707"/>
                  <a:pt x="43" y="2696"/>
                  <a:pt x="36" y="2685"/>
                </a:cubicBezTo>
                <a:cubicBezTo>
                  <a:pt x="28" y="2673"/>
                  <a:pt x="21" y="2661"/>
                  <a:pt x="16" y="2648"/>
                </a:cubicBezTo>
                <a:cubicBezTo>
                  <a:pt x="11" y="2635"/>
                  <a:pt x="7" y="2622"/>
                  <a:pt x="4" y="2608"/>
                </a:cubicBezTo>
                <a:cubicBezTo>
                  <a:pt x="1" y="2595"/>
                  <a:pt x="0" y="2581"/>
                  <a:pt x="0" y="2567"/>
                </a:cubicBezTo>
                <a:moveTo>
                  <a:pt x="106" y="2567"/>
                </a:moveTo>
                <a:lnTo>
                  <a:pt x="106" y="211"/>
                </a:lnTo>
                <a:cubicBezTo>
                  <a:pt x="106" y="199"/>
                  <a:pt x="106" y="187"/>
                  <a:pt x="108" y="175"/>
                </a:cubicBezTo>
                <a:cubicBezTo>
                  <a:pt x="109" y="163"/>
                  <a:pt x="111" y="152"/>
                  <a:pt x="114" y="140"/>
                </a:cubicBezTo>
                <a:cubicBezTo>
                  <a:pt x="116" y="129"/>
                  <a:pt x="120" y="119"/>
                  <a:pt x="124" y="108"/>
                </a:cubicBezTo>
                <a:cubicBezTo>
                  <a:pt x="127" y="98"/>
                  <a:pt x="132" y="89"/>
                  <a:pt x="137" y="80"/>
                </a:cubicBezTo>
                <a:cubicBezTo>
                  <a:pt x="142" y="72"/>
                  <a:pt x="147" y="64"/>
                  <a:pt x="153" y="57"/>
                </a:cubicBezTo>
                <a:cubicBezTo>
                  <a:pt x="158" y="51"/>
                  <a:pt x="165" y="45"/>
                  <a:pt x="171" y="40"/>
                </a:cubicBezTo>
                <a:cubicBezTo>
                  <a:pt x="177" y="36"/>
                  <a:pt x="184" y="32"/>
                  <a:pt x="191" y="30"/>
                </a:cubicBezTo>
                <a:cubicBezTo>
                  <a:pt x="198" y="27"/>
                  <a:pt x="205" y="26"/>
                  <a:pt x="211" y="26"/>
                </a:cubicBezTo>
                <a:lnTo>
                  <a:pt x="14394" y="26"/>
                </a:lnTo>
                <a:cubicBezTo>
                  <a:pt x="14406" y="26"/>
                  <a:pt x="14418" y="27"/>
                  <a:pt x="14430" y="30"/>
                </a:cubicBezTo>
                <a:cubicBezTo>
                  <a:pt x="14442" y="32"/>
                  <a:pt x="14454" y="36"/>
                  <a:pt x="14465" y="40"/>
                </a:cubicBezTo>
                <a:cubicBezTo>
                  <a:pt x="14476" y="45"/>
                  <a:pt x="14487" y="51"/>
                  <a:pt x="14497" y="57"/>
                </a:cubicBezTo>
                <a:cubicBezTo>
                  <a:pt x="14507" y="64"/>
                  <a:pt x="14517" y="72"/>
                  <a:pt x="14525" y="80"/>
                </a:cubicBezTo>
                <a:cubicBezTo>
                  <a:pt x="14534" y="89"/>
                  <a:pt x="14541" y="98"/>
                  <a:pt x="14548" y="108"/>
                </a:cubicBezTo>
                <a:cubicBezTo>
                  <a:pt x="14555" y="119"/>
                  <a:pt x="14561" y="129"/>
                  <a:pt x="14565" y="140"/>
                </a:cubicBezTo>
                <a:cubicBezTo>
                  <a:pt x="14570" y="152"/>
                  <a:pt x="14573" y="163"/>
                  <a:pt x="14576" y="175"/>
                </a:cubicBezTo>
                <a:cubicBezTo>
                  <a:pt x="14578" y="187"/>
                  <a:pt x="14579" y="199"/>
                  <a:pt x="14579" y="211"/>
                </a:cubicBezTo>
                <a:lnTo>
                  <a:pt x="14579" y="2567"/>
                </a:lnTo>
                <a:cubicBezTo>
                  <a:pt x="14579" y="2579"/>
                  <a:pt x="14578" y="2591"/>
                  <a:pt x="14576" y="2603"/>
                </a:cubicBezTo>
                <a:cubicBezTo>
                  <a:pt x="14573" y="2615"/>
                  <a:pt x="14570" y="2627"/>
                  <a:pt x="14565" y="2638"/>
                </a:cubicBezTo>
                <a:cubicBezTo>
                  <a:pt x="14561" y="2649"/>
                  <a:pt x="14555" y="2660"/>
                  <a:pt x="14548" y="2670"/>
                </a:cubicBezTo>
                <a:cubicBezTo>
                  <a:pt x="14541" y="2680"/>
                  <a:pt x="14534" y="2689"/>
                  <a:pt x="14525" y="2698"/>
                </a:cubicBezTo>
                <a:cubicBezTo>
                  <a:pt x="14517" y="2707"/>
                  <a:pt x="14507" y="2714"/>
                  <a:pt x="14497" y="2721"/>
                </a:cubicBezTo>
                <a:cubicBezTo>
                  <a:pt x="14487" y="2728"/>
                  <a:pt x="14476" y="2734"/>
                  <a:pt x="14465" y="2738"/>
                </a:cubicBezTo>
                <a:cubicBezTo>
                  <a:pt x="14454" y="2743"/>
                  <a:pt x="14442" y="2746"/>
                  <a:pt x="14430" y="2749"/>
                </a:cubicBezTo>
                <a:cubicBezTo>
                  <a:pt x="14418" y="2751"/>
                  <a:pt x="14406" y="2752"/>
                  <a:pt x="14394" y="2752"/>
                </a:cubicBezTo>
                <a:lnTo>
                  <a:pt x="211" y="2752"/>
                </a:lnTo>
                <a:cubicBezTo>
                  <a:pt x="205" y="2752"/>
                  <a:pt x="198" y="2751"/>
                  <a:pt x="191" y="2749"/>
                </a:cubicBezTo>
                <a:cubicBezTo>
                  <a:pt x="184" y="2746"/>
                  <a:pt x="177" y="2743"/>
                  <a:pt x="171" y="2738"/>
                </a:cubicBezTo>
                <a:cubicBezTo>
                  <a:pt x="165" y="2734"/>
                  <a:pt x="158" y="2728"/>
                  <a:pt x="153" y="2721"/>
                </a:cubicBezTo>
                <a:cubicBezTo>
                  <a:pt x="147" y="2714"/>
                  <a:pt x="142" y="2707"/>
                  <a:pt x="137" y="2698"/>
                </a:cubicBezTo>
                <a:cubicBezTo>
                  <a:pt x="132" y="2689"/>
                  <a:pt x="127" y="2680"/>
                  <a:pt x="124" y="2670"/>
                </a:cubicBezTo>
                <a:cubicBezTo>
                  <a:pt x="120" y="2660"/>
                  <a:pt x="116" y="2649"/>
                  <a:pt x="114" y="2638"/>
                </a:cubicBezTo>
                <a:cubicBezTo>
                  <a:pt x="111" y="2627"/>
                  <a:pt x="109" y="2615"/>
                  <a:pt x="108" y="2603"/>
                </a:cubicBezTo>
                <a:cubicBezTo>
                  <a:pt x="106" y="2591"/>
                  <a:pt x="106" y="2579"/>
                  <a:pt x="106" y="2567"/>
                </a:cubicBezTo>
                <a:close/>
              </a:path>
            </a:pathLst>
          </a:custGeom>
          <a:solidFill>
            <a:srgbClr val="0A3D6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8214480" y="3097080"/>
            <a:ext cx="335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程序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6591240" y="4002120"/>
            <a:ext cx="737616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1" i="0" u="none" strike="noStrike">
                <a:solidFill>
                  <a:srgbClr val="212529"/>
                </a:solidFill>
                <a:effectLst/>
                <a:uFillTx/>
                <a:latin typeface="Inter, sans-serif"/>
                <a:ea typeface="Inter, sans-serif"/>
              </a:rPr>
              <a:t>技术文档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6591240" y="4287600"/>
            <a:ext cx="594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架构图、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7201080" y="4291200"/>
            <a:ext cx="274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API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任意多边形: 形状 209"/>
          <p:cNvSpPr/>
          <p:nvPr/>
        </p:nvSpPr>
        <p:spPr>
          <a:xfrm>
            <a:off x="6343560" y="4938480"/>
            <a:ext cx="5234400" cy="1000440"/>
          </a:xfrm>
          <a:custGeom>
            <a:avLst/>
            <a:gdLst/>
            <a:ahLst/>
            <a:cxnLst/>
            <a:rect l="0" t="0" r="r" b="b"/>
            <a:pathLst>
              <a:path w="14540" h="2779">
                <a:moveTo>
                  <a:pt x="0" y="2581"/>
                </a:moveTo>
                <a:lnTo>
                  <a:pt x="0" y="199"/>
                </a:lnTo>
                <a:cubicBezTo>
                  <a:pt x="0" y="186"/>
                  <a:pt x="1" y="173"/>
                  <a:pt x="3" y="160"/>
                </a:cubicBezTo>
                <a:cubicBezTo>
                  <a:pt x="5" y="147"/>
                  <a:pt x="8" y="135"/>
                  <a:pt x="12" y="123"/>
                </a:cubicBezTo>
                <a:cubicBezTo>
                  <a:pt x="16" y="111"/>
                  <a:pt x="21" y="99"/>
                  <a:pt x="27" y="88"/>
                </a:cubicBezTo>
                <a:cubicBezTo>
                  <a:pt x="32" y="78"/>
                  <a:pt x="39" y="67"/>
                  <a:pt x="46" y="58"/>
                </a:cubicBezTo>
                <a:cubicBezTo>
                  <a:pt x="54" y="49"/>
                  <a:pt x="62" y="41"/>
                  <a:pt x="70" y="34"/>
                </a:cubicBezTo>
                <a:cubicBezTo>
                  <a:pt x="79" y="26"/>
                  <a:pt x="88" y="20"/>
                  <a:pt x="98" y="15"/>
                </a:cubicBezTo>
                <a:cubicBezTo>
                  <a:pt x="107" y="10"/>
                  <a:pt x="117" y="6"/>
                  <a:pt x="128" y="4"/>
                </a:cubicBezTo>
                <a:cubicBezTo>
                  <a:pt x="138" y="1"/>
                  <a:pt x="148" y="0"/>
                  <a:pt x="158" y="0"/>
                </a:cubicBezTo>
                <a:lnTo>
                  <a:pt x="14341" y="0"/>
                </a:lnTo>
                <a:cubicBezTo>
                  <a:pt x="14354" y="0"/>
                  <a:pt x="14367" y="1"/>
                  <a:pt x="14380" y="4"/>
                </a:cubicBezTo>
                <a:cubicBezTo>
                  <a:pt x="14393" y="6"/>
                  <a:pt x="14405" y="10"/>
                  <a:pt x="14417" y="15"/>
                </a:cubicBezTo>
                <a:cubicBezTo>
                  <a:pt x="14429" y="20"/>
                  <a:pt x="14441" y="26"/>
                  <a:pt x="14451" y="34"/>
                </a:cubicBezTo>
                <a:cubicBezTo>
                  <a:pt x="14462" y="41"/>
                  <a:pt x="14472" y="49"/>
                  <a:pt x="14481" y="58"/>
                </a:cubicBezTo>
                <a:cubicBezTo>
                  <a:pt x="14491" y="67"/>
                  <a:pt x="14499" y="78"/>
                  <a:pt x="14506" y="88"/>
                </a:cubicBezTo>
                <a:cubicBezTo>
                  <a:pt x="14513" y="99"/>
                  <a:pt x="14520" y="111"/>
                  <a:pt x="14524" y="123"/>
                </a:cubicBezTo>
                <a:cubicBezTo>
                  <a:pt x="14529" y="135"/>
                  <a:pt x="14533" y="147"/>
                  <a:pt x="14536" y="160"/>
                </a:cubicBezTo>
                <a:cubicBezTo>
                  <a:pt x="14538" y="173"/>
                  <a:pt x="14540" y="186"/>
                  <a:pt x="14540" y="199"/>
                </a:cubicBezTo>
                <a:lnTo>
                  <a:pt x="14540" y="2581"/>
                </a:lnTo>
                <a:cubicBezTo>
                  <a:pt x="14540" y="2594"/>
                  <a:pt x="14538" y="2607"/>
                  <a:pt x="14536" y="2620"/>
                </a:cubicBezTo>
                <a:cubicBezTo>
                  <a:pt x="14533" y="2632"/>
                  <a:pt x="14529" y="2645"/>
                  <a:pt x="14524" y="2657"/>
                </a:cubicBezTo>
                <a:cubicBezTo>
                  <a:pt x="14520" y="2669"/>
                  <a:pt x="14513" y="2680"/>
                  <a:pt x="14506" y="2691"/>
                </a:cubicBezTo>
                <a:cubicBezTo>
                  <a:pt x="14499" y="2702"/>
                  <a:pt x="14491" y="2712"/>
                  <a:pt x="14481" y="2721"/>
                </a:cubicBezTo>
                <a:cubicBezTo>
                  <a:pt x="14472" y="2730"/>
                  <a:pt x="14462" y="2739"/>
                  <a:pt x="14451" y="2746"/>
                </a:cubicBezTo>
                <a:cubicBezTo>
                  <a:pt x="14441" y="2753"/>
                  <a:pt x="14429" y="2759"/>
                  <a:pt x="14417" y="2764"/>
                </a:cubicBezTo>
                <a:cubicBezTo>
                  <a:pt x="14405" y="2769"/>
                  <a:pt x="14393" y="2773"/>
                  <a:pt x="14380" y="2775"/>
                </a:cubicBezTo>
                <a:cubicBezTo>
                  <a:pt x="14367" y="2778"/>
                  <a:pt x="14354" y="2779"/>
                  <a:pt x="14341" y="2779"/>
                </a:cubicBezTo>
                <a:lnTo>
                  <a:pt x="158" y="2779"/>
                </a:lnTo>
                <a:cubicBezTo>
                  <a:pt x="148" y="2779"/>
                  <a:pt x="138" y="2778"/>
                  <a:pt x="128" y="2775"/>
                </a:cubicBezTo>
                <a:cubicBezTo>
                  <a:pt x="117" y="2773"/>
                  <a:pt x="107" y="2769"/>
                  <a:pt x="98" y="2764"/>
                </a:cubicBezTo>
                <a:cubicBezTo>
                  <a:pt x="88" y="2759"/>
                  <a:pt x="79" y="2753"/>
                  <a:pt x="70" y="2746"/>
                </a:cubicBezTo>
                <a:cubicBezTo>
                  <a:pt x="62" y="2739"/>
                  <a:pt x="54" y="2730"/>
                  <a:pt x="46" y="2721"/>
                </a:cubicBezTo>
                <a:cubicBezTo>
                  <a:pt x="39" y="2712"/>
                  <a:pt x="32" y="2702"/>
                  <a:pt x="27" y="2691"/>
                </a:cubicBezTo>
                <a:cubicBezTo>
                  <a:pt x="21" y="2680"/>
                  <a:pt x="16" y="2669"/>
                  <a:pt x="12" y="2657"/>
                </a:cubicBezTo>
                <a:cubicBezTo>
                  <a:pt x="8" y="2645"/>
                  <a:pt x="5" y="2632"/>
                  <a:pt x="3" y="2620"/>
                </a:cubicBezTo>
                <a:cubicBezTo>
                  <a:pt x="1" y="2607"/>
                  <a:pt x="0" y="2594"/>
                  <a:pt x="0" y="258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任意多边形: 形状 210"/>
          <p:cNvSpPr/>
          <p:nvPr/>
        </p:nvSpPr>
        <p:spPr>
          <a:xfrm>
            <a:off x="6324480" y="4933800"/>
            <a:ext cx="5258160" cy="1009800"/>
          </a:xfrm>
          <a:custGeom>
            <a:avLst/>
            <a:gdLst/>
            <a:ahLst/>
            <a:cxnLst/>
            <a:rect l="0" t="0" r="r" b="b"/>
            <a:pathLst>
              <a:path w="14606" h="2805">
                <a:moveTo>
                  <a:pt x="0" y="2594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3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2" y="43"/>
                  <a:pt x="94" y="36"/>
                </a:cubicBezTo>
                <a:cubicBezTo>
                  <a:pt x="105" y="28"/>
                  <a:pt x="118" y="21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14394" y="0"/>
                </a:lnTo>
                <a:cubicBezTo>
                  <a:pt x="14408" y="0"/>
                  <a:pt x="14422" y="1"/>
                  <a:pt x="14435" y="4"/>
                </a:cubicBezTo>
                <a:cubicBezTo>
                  <a:pt x="14449" y="7"/>
                  <a:pt x="14462" y="11"/>
                  <a:pt x="14475" y="16"/>
                </a:cubicBezTo>
                <a:cubicBezTo>
                  <a:pt x="14488" y="21"/>
                  <a:pt x="14500" y="28"/>
                  <a:pt x="14512" y="36"/>
                </a:cubicBezTo>
                <a:cubicBezTo>
                  <a:pt x="14523" y="43"/>
                  <a:pt x="14534" y="52"/>
                  <a:pt x="14544" y="62"/>
                </a:cubicBezTo>
                <a:cubicBezTo>
                  <a:pt x="14554" y="72"/>
                  <a:pt x="14562" y="82"/>
                  <a:pt x="14570" y="94"/>
                </a:cubicBezTo>
                <a:cubicBezTo>
                  <a:pt x="14578" y="106"/>
                  <a:pt x="14584" y="118"/>
                  <a:pt x="14590" y="131"/>
                </a:cubicBezTo>
                <a:cubicBezTo>
                  <a:pt x="14595" y="143"/>
                  <a:pt x="14599" y="157"/>
                  <a:pt x="14602" y="170"/>
                </a:cubicBezTo>
                <a:cubicBezTo>
                  <a:pt x="14604" y="184"/>
                  <a:pt x="14606" y="198"/>
                  <a:pt x="14606" y="212"/>
                </a:cubicBezTo>
                <a:lnTo>
                  <a:pt x="14606" y="2594"/>
                </a:lnTo>
                <a:cubicBezTo>
                  <a:pt x="14606" y="2608"/>
                  <a:pt x="14604" y="2621"/>
                  <a:pt x="14602" y="2635"/>
                </a:cubicBezTo>
                <a:cubicBezTo>
                  <a:pt x="14599" y="2649"/>
                  <a:pt x="14595" y="2662"/>
                  <a:pt x="14590" y="2675"/>
                </a:cubicBezTo>
                <a:cubicBezTo>
                  <a:pt x="14584" y="2688"/>
                  <a:pt x="14578" y="2700"/>
                  <a:pt x="14570" y="2711"/>
                </a:cubicBezTo>
                <a:cubicBezTo>
                  <a:pt x="14562" y="2723"/>
                  <a:pt x="14554" y="2734"/>
                  <a:pt x="14544" y="2744"/>
                </a:cubicBezTo>
                <a:cubicBezTo>
                  <a:pt x="14534" y="2753"/>
                  <a:pt x="14523" y="2762"/>
                  <a:pt x="14512" y="2770"/>
                </a:cubicBezTo>
                <a:cubicBezTo>
                  <a:pt x="14500" y="2778"/>
                  <a:pt x="14488" y="2784"/>
                  <a:pt x="14475" y="2789"/>
                </a:cubicBezTo>
                <a:cubicBezTo>
                  <a:pt x="14462" y="2795"/>
                  <a:pt x="14449" y="2799"/>
                  <a:pt x="14435" y="2801"/>
                </a:cubicBezTo>
                <a:cubicBezTo>
                  <a:pt x="14422" y="2804"/>
                  <a:pt x="14408" y="2805"/>
                  <a:pt x="14394" y="2805"/>
                </a:cubicBezTo>
                <a:lnTo>
                  <a:pt x="211" y="2805"/>
                </a:lnTo>
                <a:cubicBezTo>
                  <a:pt x="198" y="2805"/>
                  <a:pt x="184" y="2804"/>
                  <a:pt x="170" y="2801"/>
                </a:cubicBezTo>
                <a:cubicBezTo>
                  <a:pt x="157" y="2799"/>
                  <a:pt x="143" y="2795"/>
                  <a:pt x="130" y="2789"/>
                </a:cubicBezTo>
                <a:cubicBezTo>
                  <a:pt x="118" y="2784"/>
                  <a:pt x="105" y="2778"/>
                  <a:pt x="94" y="2770"/>
                </a:cubicBezTo>
                <a:cubicBezTo>
                  <a:pt x="82" y="2762"/>
                  <a:pt x="72" y="2753"/>
                  <a:pt x="62" y="2744"/>
                </a:cubicBezTo>
                <a:cubicBezTo>
                  <a:pt x="52" y="2734"/>
                  <a:pt x="43" y="2723"/>
                  <a:pt x="36" y="2711"/>
                </a:cubicBezTo>
                <a:cubicBezTo>
                  <a:pt x="28" y="2700"/>
                  <a:pt x="21" y="2688"/>
                  <a:pt x="16" y="2675"/>
                </a:cubicBezTo>
                <a:cubicBezTo>
                  <a:pt x="11" y="2662"/>
                  <a:pt x="7" y="2649"/>
                  <a:pt x="4" y="2635"/>
                </a:cubicBezTo>
                <a:cubicBezTo>
                  <a:pt x="1" y="2621"/>
                  <a:pt x="0" y="2608"/>
                  <a:pt x="0" y="2594"/>
                </a:cubicBezTo>
                <a:moveTo>
                  <a:pt x="106" y="2594"/>
                </a:moveTo>
                <a:lnTo>
                  <a:pt x="106" y="212"/>
                </a:lnTo>
                <a:cubicBezTo>
                  <a:pt x="106" y="199"/>
                  <a:pt x="106" y="187"/>
                  <a:pt x="108" y="175"/>
                </a:cubicBezTo>
                <a:cubicBezTo>
                  <a:pt x="109" y="164"/>
                  <a:pt x="111" y="152"/>
                  <a:pt x="114" y="141"/>
                </a:cubicBezTo>
                <a:cubicBezTo>
                  <a:pt x="116" y="129"/>
                  <a:pt x="120" y="119"/>
                  <a:pt x="124" y="109"/>
                </a:cubicBezTo>
                <a:cubicBezTo>
                  <a:pt x="127" y="99"/>
                  <a:pt x="132" y="89"/>
                  <a:pt x="137" y="81"/>
                </a:cubicBezTo>
                <a:cubicBezTo>
                  <a:pt x="142" y="72"/>
                  <a:pt x="147" y="64"/>
                  <a:pt x="153" y="58"/>
                </a:cubicBezTo>
                <a:cubicBezTo>
                  <a:pt x="158" y="51"/>
                  <a:pt x="165" y="45"/>
                  <a:pt x="171" y="40"/>
                </a:cubicBezTo>
                <a:cubicBezTo>
                  <a:pt x="177" y="36"/>
                  <a:pt x="184" y="32"/>
                  <a:pt x="191" y="30"/>
                </a:cubicBezTo>
                <a:cubicBezTo>
                  <a:pt x="198" y="28"/>
                  <a:pt x="205" y="26"/>
                  <a:pt x="211" y="26"/>
                </a:cubicBezTo>
                <a:lnTo>
                  <a:pt x="14394" y="26"/>
                </a:lnTo>
                <a:cubicBezTo>
                  <a:pt x="14406" y="26"/>
                  <a:pt x="14418" y="28"/>
                  <a:pt x="14430" y="30"/>
                </a:cubicBezTo>
                <a:cubicBezTo>
                  <a:pt x="14442" y="32"/>
                  <a:pt x="14454" y="36"/>
                  <a:pt x="14465" y="40"/>
                </a:cubicBezTo>
                <a:cubicBezTo>
                  <a:pt x="14476" y="45"/>
                  <a:pt x="14487" y="51"/>
                  <a:pt x="14497" y="58"/>
                </a:cubicBezTo>
                <a:cubicBezTo>
                  <a:pt x="14507" y="64"/>
                  <a:pt x="14517" y="72"/>
                  <a:pt x="14525" y="81"/>
                </a:cubicBezTo>
                <a:cubicBezTo>
                  <a:pt x="14534" y="89"/>
                  <a:pt x="14541" y="99"/>
                  <a:pt x="14548" y="109"/>
                </a:cubicBezTo>
                <a:cubicBezTo>
                  <a:pt x="14555" y="119"/>
                  <a:pt x="14561" y="129"/>
                  <a:pt x="14565" y="141"/>
                </a:cubicBezTo>
                <a:cubicBezTo>
                  <a:pt x="14570" y="152"/>
                  <a:pt x="14573" y="164"/>
                  <a:pt x="14576" y="175"/>
                </a:cubicBezTo>
                <a:cubicBezTo>
                  <a:pt x="14578" y="187"/>
                  <a:pt x="14579" y="199"/>
                  <a:pt x="14579" y="212"/>
                </a:cubicBezTo>
                <a:lnTo>
                  <a:pt x="14579" y="2594"/>
                </a:lnTo>
                <a:cubicBezTo>
                  <a:pt x="14579" y="2606"/>
                  <a:pt x="14578" y="2618"/>
                  <a:pt x="14576" y="2630"/>
                </a:cubicBezTo>
                <a:cubicBezTo>
                  <a:pt x="14573" y="2642"/>
                  <a:pt x="14570" y="2653"/>
                  <a:pt x="14565" y="2665"/>
                </a:cubicBezTo>
                <a:cubicBezTo>
                  <a:pt x="14561" y="2676"/>
                  <a:pt x="14555" y="2687"/>
                  <a:pt x="14548" y="2697"/>
                </a:cubicBezTo>
                <a:cubicBezTo>
                  <a:pt x="14541" y="2707"/>
                  <a:pt x="14534" y="2716"/>
                  <a:pt x="14525" y="2725"/>
                </a:cubicBezTo>
                <a:cubicBezTo>
                  <a:pt x="14517" y="2733"/>
                  <a:pt x="14507" y="2741"/>
                  <a:pt x="14497" y="2748"/>
                </a:cubicBezTo>
                <a:cubicBezTo>
                  <a:pt x="14487" y="2755"/>
                  <a:pt x="14476" y="2760"/>
                  <a:pt x="14465" y="2765"/>
                </a:cubicBezTo>
                <a:cubicBezTo>
                  <a:pt x="14454" y="2770"/>
                  <a:pt x="14442" y="2773"/>
                  <a:pt x="14430" y="2775"/>
                </a:cubicBezTo>
                <a:cubicBezTo>
                  <a:pt x="14418" y="2778"/>
                  <a:pt x="14406" y="2779"/>
                  <a:pt x="14394" y="2779"/>
                </a:cubicBezTo>
                <a:lnTo>
                  <a:pt x="211" y="2779"/>
                </a:lnTo>
                <a:cubicBezTo>
                  <a:pt x="205" y="2779"/>
                  <a:pt x="198" y="2778"/>
                  <a:pt x="191" y="2775"/>
                </a:cubicBezTo>
                <a:cubicBezTo>
                  <a:pt x="184" y="2773"/>
                  <a:pt x="177" y="2770"/>
                  <a:pt x="171" y="2765"/>
                </a:cubicBezTo>
                <a:cubicBezTo>
                  <a:pt x="165" y="2760"/>
                  <a:pt x="158" y="2755"/>
                  <a:pt x="153" y="2748"/>
                </a:cubicBezTo>
                <a:cubicBezTo>
                  <a:pt x="147" y="2741"/>
                  <a:pt x="142" y="2733"/>
                  <a:pt x="137" y="2725"/>
                </a:cubicBezTo>
                <a:cubicBezTo>
                  <a:pt x="132" y="2716"/>
                  <a:pt x="127" y="2707"/>
                  <a:pt x="124" y="2697"/>
                </a:cubicBezTo>
                <a:cubicBezTo>
                  <a:pt x="120" y="2687"/>
                  <a:pt x="116" y="2676"/>
                  <a:pt x="114" y="2665"/>
                </a:cubicBezTo>
                <a:cubicBezTo>
                  <a:pt x="111" y="2653"/>
                  <a:pt x="109" y="2642"/>
                  <a:pt x="108" y="2630"/>
                </a:cubicBezTo>
                <a:cubicBezTo>
                  <a:pt x="106" y="2618"/>
                  <a:pt x="106" y="2606"/>
                  <a:pt x="106" y="2594"/>
                </a:cubicBezTo>
                <a:close/>
              </a:path>
            </a:pathLst>
          </a:custGeom>
          <a:solidFill>
            <a:srgbClr val="0A3D6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文本框 211"/>
          <p:cNvSpPr txBox="1"/>
          <p:nvPr/>
        </p:nvSpPr>
        <p:spPr>
          <a:xfrm>
            <a:off x="7446600" y="4287600"/>
            <a:ext cx="1290828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1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文档、操作手册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文本框 212"/>
          <p:cNvSpPr txBox="1"/>
          <p:nvPr/>
        </p:nvSpPr>
        <p:spPr>
          <a:xfrm>
            <a:off x="6591240" y="5192640"/>
            <a:ext cx="737616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1" i="0" u="none" strike="noStrike">
                <a:solidFill>
                  <a:srgbClr val="212529"/>
                </a:solidFill>
                <a:effectLst/>
                <a:uFillTx/>
                <a:latin typeface="Inter, sans-serif"/>
                <a:ea typeface="Inter, sans-serif"/>
              </a:rPr>
              <a:t>毕业论文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6591240" y="5478480"/>
            <a:ext cx="18440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阐述关键机制与实现过程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任意多边形: 形状 2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6" name="图片 215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图片 216"/>
          <p:cNvPicPr/>
          <p:nvPr/>
        </p:nvPicPr>
        <p:blipFill>
          <a:blip r:embed="rId3"/>
          <a:stretch/>
        </p:blipFill>
        <p:spPr>
          <a:xfrm>
            <a:off x="10477440" y="5381640"/>
            <a:ext cx="1904760" cy="14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任意多边形: 形状 217"/>
          <p:cNvSpPr/>
          <p:nvPr/>
        </p:nvSpPr>
        <p:spPr>
          <a:xfrm>
            <a:off x="304560" y="1104840"/>
            <a:ext cx="762480" cy="38160"/>
          </a:xfrm>
          <a:custGeom>
            <a:avLst/>
            <a:gdLst/>
            <a:ahLst/>
            <a:cxnLst/>
            <a:rect l="0" t="0" r="r" b="b"/>
            <a:pathLst>
              <a:path w="2118" h="106">
                <a:moveTo>
                  <a:pt x="0" y="54"/>
                </a:moveTo>
                <a:cubicBezTo>
                  <a:pt x="0" y="47"/>
                  <a:pt x="2" y="40"/>
                  <a:pt x="4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6"/>
                  <a:pt x="2097" y="10"/>
                  <a:pt x="2102" y="15"/>
                </a:cubicBezTo>
                <a:cubicBezTo>
                  <a:pt x="2107" y="20"/>
                  <a:pt x="2111" y="26"/>
                  <a:pt x="2114" y="33"/>
                </a:cubicBezTo>
                <a:cubicBezTo>
                  <a:pt x="2116" y="40"/>
                  <a:pt x="2118" y="47"/>
                  <a:pt x="2118" y="54"/>
                </a:cubicBezTo>
                <a:cubicBezTo>
                  <a:pt x="2118" y="61"/>
                  <a:pt x="2116" y="67"/>
                  <a:pt x="2114" y="74"/>
                </a:cubicBezTo>
                <a:cubicBezTo>
                  <a:pt x="2111" y="80"/>
                  <a:pt x="2107" y="86"/>
                  <a:pt x="2102" y="91"/>
                </a:cubicBezTo>
                <a:cubicBezTo>
                  <a:pt x="2097" y="96"/>
                  <a:pt x="2092" y="100"/>
                  <a:pt x="2085" y="102"/>
                </a:cubicBezTo>
                <a:cubicBezTo>
                  <a:pt x="2079" y="105"/>
                  <a:pt x="2072" y="106"/>
                  <a:pt x="2065" y="106"/>
                </a:cubicBezTo>
                <a:lnTo>
                  <a:pt x="53" y="106"/>
                </a:lnTo>
                <a:cubicBezTo>
                  <a:pt x="46" y="106"/>
                  <a:pt x="39" y="105"/>
                  <a:pt x="33" y="102"/>
                </a:cubicBezTo>
                <a:cubicBezTo>
                  <a:pt x="26" y="100"/>
                  <a:pt x="21" y="96"/>
                  <a:pt x="16" y="91"/>
                </a:cubicBezTo>
                <a:cubicBezTo>
                  <a:pt x="11" y="86"/>
                  <a:pt x="7" y="80"/>
                  <a:pt x="4" y="74"/>
                </a:cubicBezTo>
                <a:cubicBezTo>
                  <a:pt x="2" y="67"/>
                  <a:pt x="0" y="61"/>
                  <a:pt x="0" y="54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任意多边形: 形状 218"/>
          <p:cNvSpPr/>
          <p:nvPr/>
        </p:nvSpPr>
        <p:spPr>
          <a:xfrm>
            <a:off x="309240" y="1376280"/>
            <a:ext cx="5629680" cy="5172480"/>
          </a:xfrm>
          <a:custGeom>
            <a:avLst/>
            <a:gdLst/>
            <a:ahLst/>
            <a:cxnLst/>
            <a:rect l="0" t="0" r="r" b="b"/>
            <a:pathLst>
              <a:path w="15638" h="14368">
                <a:moveTo>
                  <a:pt x="0" y="14169"/>
                </a:moveTo>
                <a:lnTo>
                  <a:pt x="0" y="198"/>
                </a:lnTo>
                <a:cubicBezTo>
                  <a:pt x="0" y="185"/>
                  <a:pt x="2" y="172"/>
                  <a:pt x="4" y="159"/>
                </a:cubicBezTo>
                <a:cubicBezTo>
                  <a:pt x="7" y="147"/>
                  <a:pt x="11" y="134"/>
                  <a:pt x="16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15440" y="0"/>
                </a:lnTo>
                <a:cubicBezTo>
                  <a:pt x="15453" y="0"/>
                  <a:pt x="15466" y="1"/>
                  <a:pt x="15479" y="4"/>
                </a:cubicBezTo>
                <a:cubicBezTo>
                  <a:pt x="15491" y="6"/>
                  <a:pt x="15504" y="10"/>
                  <a:pt x="15516" y="15"/>
                </a:cubicBezTo>
                <a:cubicBezTo>
                  <a:pt x="15528" y="20"/>
                  <a:pt x="15539" y="26"/>
                  <a:pt x="15550" y="33"/>
                </a:cubicBezTo>
                <a:cubicBezTo>
                  <a:pt x="15561" y="40"/>
                  <a:pt x="15571" y="49"/>
                  <a:pt x="15580" y="58"/>
                </a:cubicBezTo>
                <a:cubicBezTo>
                  <a:pt x="15589" y="67"/>
                  <a:pt x="15598" y="77"/>
                  <a:pt x="15605" y="88"/>
                </a:cubicBezTo>
                <a:cubicBezTo>
                  <a:pt x="15612" y="99"/>
                  <a:pt x="15618" y="110"/>
                  <a:pt x="15623" y="122"/>
                </a:cubicBezTo>
                <a:cubicBezTo>
                  <a:pt x="15628" y="134"/>
                  <a:pt x="15632" y="147"/>
                  <a:pt x="15634" y="159"/>
                </a:cubicBezTo>
                <a:cubicBezTo>
                  <a:pt x="15637" y="172"/>
                  <a:pt x="15638" y="185"/>
                  <a:pt x="15638" y="198"/>
                </a:cubicBezTo>
                <a:lnTo>
                  <a:pt x="15638" y="14169"/>
                </a:lnTo>
                <a:cubicBezTo>
                  <a:pt x="15638" y="14182"/>
                  <a:pt x="15637" y="14195"/>
                  <a:pt x="15634" y="14208"/>
                </a:cubicBezTo>
                <a:cubicBezTo>
                  <a:pt x="15632" y="14221"/>
                  <a:pt x="15628" y="14233"/>
                  <a:pt x="15623" y="14245"/>
                </a:cubicBezTo>
                <a:cubicBezTo>
                  <a:pt x="15618" y="14257"/>
                  <a:pt x="15612" y="14269"/>
                  <a:pt x="15605" y="14279"/>
                </a:cubicBezTo>
                <a:cubicBezTo>
                  <a:pt x="15598" y="14290"/>
                  <a:pt x="15589" y="14300"/>
                  <a:pt x="15580" y="14309"/>
                </a:cubicBezTo>
                <a:cubicBezTo>
                  <a:pt x="15571" y="14319"/>
                  <a:pt x="15561" y="14327"/>
                  <a:pt x="15550" y="14334"/>
                </a:cubicBezTo>
                <a:cubicBezTo>
                  <a:pt x="15539" y="14341"/>
                  <a:pt x="15528" y="14348"/>
                  <a:pt x="15516" y="14352"/>
                </a:cubicBezTo>
                <a:cubicBezTo>
                  <a:pt x="15504" y="14357"/>
                  <a:pt x="15491" y="14361"/>
                  <a:pt x="15479" y="14364"/>
                </a:cubicBezTo>
                <a:cubicBezTo>
                  <a:pt x="15466" y="14366"/>
                  <a:pt x="15453" y="14368"/>
                  <a:pt x="15440" y="14368"/>
                </a:cubicBezTo>
                <a:lnTo>
                  <a:pt x="199" y="14368"/>
                </a:lnTo>
                <a:cubicBezTo>
                  <a:pt x="186" y="14368"/>
                  <a:pt x="173" y="14366"/>
                  <a:pt x="160" y="14364"/>
                </a:cubicBezTo>
                <a:cubicBezTo>
                  <a:pt x="147" y="14361"/>
                  <a:pt x="135" y="14357"/>
                  <a:pt x="123" y="14352"/>
                </a:cubicBezTo>
                <a:cubicBezTo>
                  <a:pt x="111" y="14348"/>
                  <a:pt x="99" y="14341"/>
                  <a:pt x="89" y="14334"/>
                </a:cubicBezTo>
                <a:cubicBezTo>
                  <a:pt x="78" y="14327"/>
                  <a:pt x="68" y="14319"/>
                  <a:pt x="59" y="14309"/>
                </a:cubicBezTo>
                <a:cubicBezTo>
                  <a:pt x="49" y="14300"/>
                  <a:pt x="41" y="14290"/>
                  <a:pt x="34" y="14279"/>
                </a:cubicBezTo>
                <a:cubicBezTo>
                  <a:pt x="27" y="14269"/>
                  <a:pt x="20" y="14257"/>
                  <a:pt x="16" y="14245"/>
                </a:cubicBezTo>
                <a:cubicBezTo>
                  <a:pt x="11" y="14233"/>
                  <a:pt x="7" y="14221"/>
                  <a:pt x="4" y="14208"/>
                </a:cubicBezTo>
                <a:cubicBezTo>
                  <a:pt x="2" y="14195"/>
                  <a:pt x="0" y="14182"/>
                  <a:pt x="0" y="1416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任意多边形: 形状 219"/>
          <p:cNvSpPr/>
          <p:nvPr/>
        </p:nvSpPr>
        <p:spPr>
          <a:xfrm>
            <a:off x="309240" y="1376280"/>
            <a:ext cx="5629680" cy="5172480"/>
          </a:xfrm>
          <a:custGeom>
            <a:avLst/>
            <a:gdLst/>
            <a:ahLst/>
            <a:cxnLst/>
            <a:rect l="0" t="0" r="r" b="b"/>
            <a:pathLst>
              <a:path w="15638" h="14368" fill="none">
                <a:moveTo>
                  <a:pt x="0" y="14169"/>
                </a:moveTo>
                <a:lnTo>
                  <a:pt x="0" y="198"/>
                </a:lnTo>
                <a:cubicBezTo>
                  <a:pt x="0" y="185"/>
                  <a:pt x="2" y="172"/>
                  <a:pt x="4" y="159"/>
                </a:cubicBezTo>
                <a:cubicBezTo>
                  <a:pt x="7" y="147"/>
                  <a:pt x="11" y="134"/>
                  <a:pt x="16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15440" y="0"/>
                </a:lnTo>
                <a:cubicBezTo>
                  <a:pt x="15453" y="0"/>
                  <a:pt x="15466" y="1"/>
                  <a:pt x="15479" y="4"/>
                </a:cubicBezTo>
                <a:cubicBezTo>
                  <a:pt x="15491" y="6"/>
                  <a:pt x="15504" y="10"/>
                  <a:pt x="15516" y="15"/>
                </a:cubicBezTo>
                <a:cubicBezTo>
                  <a:pt x="15528" y="20"/>
                  <a:pt x="15539" y="26"/>
                  <a:pt x="15550" y="33"/>
                </a:cubicBezTo>
                <a:cubicBezTo>
                  <a:pt x="15561" y="40"/>
                  <a:pt x="15571" y="49"/>
                  <a:pt x="15580" y="58"/>
                </a:cubicBezTo>
                <a:cubicBezTo>
                  <a:pt x="15589" y="67"/>
                  <a:pt x="15598" y="77"/>
                  <a:pt x="15605" y="88"/>
                </a:cubicBezTo>
                <a:cubicBezTo>
                  <a:pt x="15612" y="99"/>
                  <a:pt x="15618" y="110"/>
                  <a:pt x="15623" y="122"/>
                </a:cubicBezTo>
                <a:cubicBezTo>
                  <a:pt x="15628" y="134"/>
                  <a:pt x="15632" y="147"/>
                  <a:pt x="15634" y="159"/>
                </a:cubicBezTo>
                <a:cubicBezTo>
                  <a:pt x="15637" y="172"/>
                  <a:pt x="15638" y="185"/>
                  <a:pt x="15638" y="198"/>
                </a:cubicBezTo>
                <a:lnTo>
                  <a:pt x="15638" y="14169"/>
                </a:lnTo>
                <a:cubicBezTo>
                  <a:pt x="15638" y="14182"/>
                  <a:pt x="15637" y="14195"/>
                  <a:pt x="15634" y="14208"/>
                </a:cubicBezTo>
                <a:cubicBezTo>
                  <a:pt x="15632" y="14221"/>
                  <a:pt x="15628" y="14233"/>
                  <a:pt x="15623" y="14245"/>
                </a:cubicBezTo>
                <a:cubicBezTo>
                  <a:pt x="15618" y="14257"/>
                  <a:pt x="15612" y="14269"/>
                  <a:pt x="15605" y="14279"/>
                </a:cubicBezTo>
                <a:cubicBezTo>
                  <a:pt x="15598" y="14290"/>
                  <a:pt x="15589" y="14300"/>
                  <a:pt x="15580" y="14309"/>
                </a:cubicBezTo>
                <a:cubicBezTo>
                  <a:pt x="15571" y="14319"/>
                  <a:pt x="15561" y="14327"/>
                  <a:pt x="15550" y="14334"/>
                </a:cubicBezTo>
                <a:cubicBezTo>
                  <a:pt x="15539" y="14341"/>
                  <a:pt x="15528" y="14348"/>
                  <a:pt x="15516" y="14352"/>
                </a:cubicBezTo>
                <a:cubicBezTo>
                  <a:pt x="15504" y="14357"/>
                  <a:pt x="15491" y="14361"/>
                  <a:pt x="15479" y="14364"/>
                </a:cubicBezTo>
                <a:cubicBezTo>
                  <a:pt x="15466" y="14366"/>
                  <a:pt x="15453" y="14368"/>
                  <a:pt x="15440" y="14368"/>
                </a:cubicBezTo>
                <a:lnTo>
                  <a:pt x="199" y="14368"/>
                </a:lnTo>
                <a:cubicBezTo>
                  <a:pt x="186" y="14368"/>
                  <a:pt x="173" y="14366"/>
                  <a:pt x="160" y="14364"/>
                </a:cubicBezTo>
                <a:cubicBezTo>
                  <a:pt x="147" y="14361"/>
                  <a:pt x="135" y="14357"/>
                  <a:pt x="123" y="14352"/>
                </a:cubicBezTo>
                <a:cubicBezTo>
                  <a:pt x="111" y="14348"/>
                  <a:pt x="99" y="14341"/>
                  <a:pt x="89" y="14334"/>
                </a:cubicBezTo>
                <a:cubicBezTo>
                  <a:pt x="78" y="14327"/>
                  <a:pt x="68" y="14319"/>
                  <a:pt x="59" y="14309"/>
                </a:cubicBezTo>
                <a:cubicBezTo>
                  <a:pt x="49" y="14300"/>
                  <a:pt x="41" y="14290"/>
                  <a:pt x="34" y="14279"/>
                </a:cubicBezTo>
                <a:cubicBezTo>
                  <a:pt x="27" y="14269"/>
                  <a:pt x="20" y="14257"/>
                  <a:pt x="16" y="14245"/>
                </a:cubicBezTo>
                <a:cubicBezTo>
                  <a:pt x="11" y="14233"/>
                  <a:pt x="7" y="14221"/>
                  <a:pt x="4" y="14208"/>
                </a:cubicBezTo>
                <a:cubicBezTo>
                  <a:pt x="2" y="14195"/>
                  <a:pt x="0" y="14182"/>
                  <a:pt x="0" y="14169"/>
                </a:cubicBezTo>
              </a:path>
            </a:pathLst>
          </a:custGeom>
          <a:ln w="9360">
            <a:solidFill>
              <a:srgbClr val="DEE2E6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任意多边形: 形状 220"/>
          <p:cNvSpPr/>
          <p:nvPr/>
        </p:nvSpPr>
        <p:spPr>
          <a:xfrm>
            <a:off x="542880" y="1657080"/>
            <a:ext cx="285840" cy="229320"/>
          </a:xfrm>
          <a:custGeom>
            <a:avLst/>
            <a:gdLst/>
            <a:ahLst/>
            <a:cxnLst/>
            <a:rect l="0" t="0" r="r" b="b"/>
            <a:pathLst>
              <a:path w="794" h="637">
                <a:moveTo>
                  <a:pt x="217" y="484"/>
                </a:moveTo>
                <a:cubicBezTo>
                  <a:pt x="205" y="504"/>
                  <a:pt x="198" y="527"/>
                  <a:pt x="198" y="550"/>
                </a:cubicBezTo>
                <a:cubicBezTo>
                  <a:pt x="186" y="554"/>
                  <a:pt x="172" y="557"/>
                  <a:pt x="158" y="557"/>
                </a:cubicBezTo>
                <a:cubicBezTo>
                  <a:pt x="93" y="557"/>
                  <a:pt x="39" y="504"/>
                  <a:pt x="39" y="438"/>
                </a:cubicBezTo>
                <a:lnTo>
                  <a:pt x="39" y="80"/>
                </a:lnTo>
                <a:cubicBezTo>
                  <a:pt x="17" y="80"/>
                  <a:pt x="0" y="62"/>
                  <a:pt x="0" y="40"/>
                </a:cubicBezTo>
                <a:cubicBezTo>
                  <a:pt x="0" y="18"/>
                  <a:pt x="17" y="0"/>
                  <a:pt x="39" y="0"/>
                </a:cubicBezTo>
                <a:lnTo>
                  <a:pt x="119" y="0"/>
                </a:lnTo>
                <a:lnTo>
                  <a:pt x="198" y="0"/>
                </a:lnTo>
                <a:lnTo>
                  <a:pt x="277" y="0"/>
                </a:lnTo>
                <a:cubicBezTo>
                  <a:pt x="299" y="0"/>
                  <a:pt x="317" y="18"/>
                  <a:pt x="317" y="40"/>
                </a:cubicBezTo>
                <a:cubicBezTo>
                  <a:pt x="317" y="62"/>
                  <a:pt x="299" y="80"/>
                  <a:pt x="277" y="80"/>
                </a:cubicBezTo>
                <a:lnTo>
                  <a:pt x="277" y="386"/>
                </a:lnTo>
                <a:lnTo>
                  <a:pt x="217" y="484"/>
                </a:lnTo>
                <a:moveTo>
                  <a:pt x="119" y="80"/>
                </a:moveTo>
                <a:lnTo>
                  <a:pt x="119" y="199"/>
                </a:lnTo>
                <a:lnTo>
                  <a:pt x="198" y="199"/>
                </a:lnTo>
                <a:lnTo>
                  <a:pt x="198" y="80"/>
                </a:lnTo>
                <a:lnTo>
                  <a:pt x="119" y="80"/>
                </a:lnTo>
                <a:moveTo>
                  <a:pt x="436" y="0"/>
                </a:moveTo>
                <a:lnTo>
                  <a:pt x="596" y="0"/>
                </a:lnTo>
                <a:lnTo>
                  <a:pt x="636" y="0"/>
                </a:lnTo>
                <a:cubicBezTo>
                  <a:pt x="658" y="0"/>
                  <a:pt x="675" y="18"/>
                  <a:pt x="675" y="40"/>
                </a:cubicBezTo>
                <a:cubicBezTo>
                  <a:pt x="675" y="62"/>
                  <a:pt x="658" y="80"/>
                  <a:pt x="636" y="80"/>
                </a:cubicBezTo>
                <a:lnTo>
                  <a:pt x="636" y="267"/>
                </a:lnTo>
                <a:lnTo>
                  <a:pt x="782" y="505"/>
                </a:lnTo>
                <a:cubicBezTo>
                  <a:pt x="790" y="519"/>
                  <a:pt x="794" y="534"/>
                  <a:pt x="794" y="550"/>
                </a:cubicBezTo>
                <a:cubicBezTo>
                  <a:pt x="794" y="598"/>
                  <a:pt x="756" y="637"/>
                  <a:pt x="708" y="637"/>
                </a:cubicBezTo>
                <a:lnTo>
                  <a:pt x="324" y="637"/>
                </a:lnTo>
                <a:cubicBezTo>
                  <a:pt x="276" y="637"/>
                  <a:pt x="238" y="598"/>
                  <a:pt x="238" y="550"/>
                </a:cubicBezTo>
                <a:cubicBezTo>
                  <a:pt x="238" y="534"/>
                  <a:pt x="242" y="519"/>
                  <a:pt x="251" y="505"/>
                </a:cubicBezTo>
                <a:lnTo>
                  <a:pt x="396" y="267"/>
                </a:lnTo>
                <a:lnTo>
                  <a:pt x="396" y="80"/>
                </a:lnTo>
                <a:cubicBezTo>
                  <a:pt x="375" y="80"/>
                  <a:pt x="357" y="62"/>
                  <a:pt x="357" y="40"/>
                </a:cubicBezTo>
                <a:cubicBezTo>
                  <a:pt x="357" y="18"/>
                  <a:pt x="375" y="0"/>
                  <a:pt x="396" y="0"/>
                </a:cubicBezTo>
                <a:lnTo>
                  <a:pt x="436" y="0"/>
                </a:lnTo>
                <a:moveTo>
                  <a:pt x="477" y="80"/>
                </a:moveTo>
                <a:lnTo>
                  <a:pt x="477" y="278"/>
                </a:lnTo>
                <a:cubicBezTo>
                  <a:pt x="477" y="285"/>
                  <a:pt x="474" y="293"/>
                  <a:pt x="470" y="299"/>
                </a:cubicBezTo>
                <a:lnTo>
                  <a:pt x="410" y="398"/>
                </a:lnTo>
                <a:lnTo>
                  <a:pt x="623" y="398"/>
                </a:lnTo>
                <a:lnTo>
                  <a:pt x="562" y="299"/>
                </a:lnTo>
                <a:cubicBezTo>
                  <a:pt x="558" y="293"/>
                  <a:pt x="556" y="286"/>
                  <a:pt x="556" y="278"/>
                </a:cubicBezTo>
                <a:lnTo>
                  <a:pt x="556" y="80"/>
                </a:lnTo>
                <a:lnTo>
                  <a:pt x="477" y="80"/>
                </a:ln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文本框 221"/>
          <p:cNvSpPr txBox="1"/>
          <p:nvPr/>
        </p:nvSpPr>
        <p:spPr>
          <a:xfrm>
            <a:off x="304920" y="370440"/>
            <a:ext cx="414909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000" b="1" i="0" u="none" strike="noStrike">
                <a:solidFill>
                  <a:srgbClr val="0A3D62"/>
                </a:solidFill>
                <a:effectLst/>
                <a:uFillTx/>
                <a:latin typeface="Noto Sans SC"/>
                <a:ea typeface="Noto Sans SC"/>
              </a:rPr>
              <a:t>研究方法与技术路线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文本框 222"/>
          <p:cNvSpPr txBox="1"/>
          <p:nvPr/>
        </p:nvSpPr>
        <p:spPr>
          <a:xfrm>
            <a:off x="828720" y="1645200"/>
            <a:ext cx="1005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研究方法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文本框 223"/>
          <p:cNvSpPr txBox="1"/>
          <p:nvPr/>
        </p:nvSpPr>
        <p:spPr>
          <a:xfrm>
            <a:off x="619200" y="2205360"/>
            <a:ext cx="201168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1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902880" y="2144520"/>
            <a:ext cx="10058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文献研究法：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文本框 225"/>
          <p:cNvSpPr txBox="1"/>
          <p:nvPr/>
        </p:nvSpPr>
        <p:spPr>
          <a:xfrm>
            <a:off x="1817640" y="214812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6C757D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文本框 226"/>
          <p:cNvSpPr txBox="1"/>
          <p:nvPr/>
        </p:nvSpPr>
        <p:spPr>
          <a:xfrm>
            <a:off x="1859760" y="2144520"/>
            <a:ext cx="8382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调研分布式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文本框 227"/>
          <p:cNvSpPr txBox="1"/>
          <p:nvPr/>
        </p:nvSpPr>
        <p:spPr>
          <a:xfrm>
            <a:off x="2621880" y="2148120"/>
            <a:ext cx="4572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Agent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文本框 228"/>
          <p:cNvSpPr txBox="1"/>
          <p:nvPr/>
        </p:nvSpPr>
        <p:spPr>
          <a:xfrm>
            <a:off x="3020040" y="2144520"/>
            <a:ext cx="2011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管理、边缘计算调度等文献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619200" y="2519640"/>
            <a:ext cx="201168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1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文本框 230"/>
          <p:cNvSpPr txBox="1"/>
          <p:nvPr/>
        </p:nvSpPr>
        <p:spPr>
          <a:xfrm>
            <a:off x="902880" y="2458800"/>
            <a:ext cx="10058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原型开发法：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文本框 231"/>
          <p:cNvSpPr txBox="1"/>
          <p:nvPr/>
        </p:nvSpPr>
        <p:spPr>
          <a:xfrm>
            <a:off x="1817640" y="246240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6C757D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任意多边形: 形状 232"/>
          <p:cNvSpPr/>
          <p:nvPr/>
        </p:nvSpPr>
        <p:spPr>
          <a:xfrm>
            <a:off x="6252840" y="1376280"/>
            <a:ext cx="5629680" cy="5172480"/>
          </a:xfrm>
          <a:custGeom>
            <a:avLst/>
            <a:gdLst/>
            <a:ahLst/>
            <a:cxnLst/>
            <a:rect l="0" t="0" r="r" b="b"/>
            <a:pathLst>
              <a:path w="15638" h="14368">
                <a:moveTo>
                  <a:pt x="0" y="14169"/>
                </a:moveTo>
                <a:lnTo>
                  <a:pt x="0" y="198"/>
                </a:lnTo>
                <a:cubicBezTo>
                  <a:pt x="0" y="185"/>
                  <a:pt x="2" y="172"/>
                  <a:pt x="4" y="159"/>
                </a:cubicBezTo>
                <a:cubicBezTo>
                  <a:pt x="7" y="147"/>
                  <a:pt x="11" y="134"/>
                  <a:pt x="15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15440" y="0"/>
                </a:lnTo>
                <a:cubicBezTo>
                  <a:pt x="15453" y="0"/>
                  <a:pt x="15466" y="1"/>
                  <a:pt x="15479" y="4"/>
                </a:cubicBezTo>
                <a:cubicBezTo>
                  <a:pt x="15491" y="6"/>
                  <a:pt x="15504" y="10"/>
                  <a:pt x="15516" y="15"/>
                </a:cubicBezTo>
                <a:cubicBezTo>
                  <a:pt x="15528" y="20"/>
                  <a:pt x="15539" y="26"/>
                  <a:pt x="15550" y="33"/>
                </a:cubicBezTo>
                <a:cubicBezTo>
                  <a:pt x="15561" y="40"/>
                  <a:pt x="15571" y="49"/>
                  <a:pt x="15580" y="58"/>
                </a:cubicBezTo>
                <a:cubicBezTo>
                  <a:pt x="15589" y="67"/>
                  <a:pt x="15598" y="77"/>
                  <a:pt x="15605" y="88"/>
                </a:cubicBezTo>
                <a:cubicBezTo>
                  <a:pt x="15612" y="99"/>
                  <a:pt x="15618" y="110"/>
                  <a:pt x="15623" y="122"/>
                </a:cubicBezTo>
                <a:cubicBezTo>
                  <a:pt x="15628" y="134"/>
                  <a:pt x="15632" y="147"/>
                  <a:pt x="15634" y="159"/>
                </a:cubicBezTo>
                <a:cubicBezTo>
                  <a:pt x="15637" y="172"/>
                  <a:pt x="15638" y="185"/>
                  <a:pt x="15638" y="198"/>
                </a:cubicBezTo>
                <a:lnTo>
                  <a:pt x="15638" y="14169"/>
                </a:lnTo>
                <a:cubicBezTo>
                  <a:pt x="15638" y="14182"/>
                  <a:pt x="15637" y="14195"/>
                  <a:pt x="15634" y="14208"/>
                </a:cubicBezTo>
                <a:cubicBezTo>
                  <a:pt x="15632" y="14221"/>
                  <a:pt x="15628" y="14233"/>
                  <a:pt x="15623" y="14245"/>
                </a:cubicBezTo>
                <a:cubicBezTo>
                  <a:pt x="15618" y="14257"/>
                  <a:pt x="15612" y="14269"/>
                  <a:pt x="15605" y="14279"/>
                </a:cubicBezTo>
                <a:cubicBezTo>
                  <a:pt x="15598" y="14290"/>
                  <a:pt x="15589" y="14300"/>
                  <a:pt x="15580" y="14309"/>
                </a:cubicBezTo>
                <a:cubicBezTo>
                  <a:pt x="15571" y="14319"/>
                  <a:pt x="15561" y="14327"/>
                  <a:pt x="15550" y="14334"/>
                </a:cubicBezTo>
                <a:cubicBezTo>
                  <a:pt x="15539" y="14341"/>
                  <a:pt x="15528" y="14348"/>
                  <a:pt x="15516" y="14352"/>
                </a:cubicBezTo>
                <a:cubicBezTo>
                  <a:pt x="15504" y="14357"/>
                  <a:pt x="15491" y="14361"/>
                  <a:pt x="15479" y="14364"/>
                </a:cubicBezTo>
                <a:cubicBezTo>
                  <a:pt x="15466" y="14366"/>
                  <a:pt x="15453" y="14368"/>
                  <a:pt x="15440" y="14368"/>
                </a:cubicBezTo>
                <a:lnTo>
                  <a:pt x="199" y="14368"/>
                </a:lnTo>
                <a:cubicBezTo>
                  <a:pt x="186" y="14368"/>
                  <a:pt x="173" y="14366"/>
                  <a:pt x="160" y="14364"/>
                </a:cubicBezTo>
                <a:cubicBezTo>
                  <a:pt x="147" y="14361"/>
                  <a:pt x="135" y="14357"/>
                  <a:pt x="123" y="14352"/>
                </a:cubicBezTo>
                <a:cubicBezTo>
                  <a:pt x="111" y="14348"/>
                  <a:pt x="99" y="14341"/>
                  <a:pt x="89" y="14334"/>
                </a:cubicBezTo>
                <a:cubicBezTo>
                  <a:pt x="78" y="14327"/>
                  <a:pt x="68" y="14319"/>
                  <a:pt x="59" y="14309"/>
                </a:cubicBezTo>
                <a:cubicBezTo>
                  <a:pt x="49" y="14300"/>
                  <a:pt x="41" y="14290"/>
                  <a:pt x="34" y="14279"/>
                </a:cubicBezTo>
                <a:cubicBezTo>
                  <a:pt x="27" y="14269"/>
                  <a:pt x="20" y="14257"/>
                  <a:pt x="15" y="14245"/>
                </a:cubicBezTo>
                <a:cubicBezTo>
                  <a:pt x="11" y="14233"/>
                  <a:pt x="7" y="14221"/>
                  <a:pt x="4" y="14208"/>
                </a:cubicBezTo>
                <a:cubicBezTo>
                  <a:pt x="2" y="14195"/>
                  <a:pt x="0" y="14182"/>
                  <a:pt x="0" y="1416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任意多边形: 形状 233"/>
          <p:cNvSpPr/>
          <p:nvPr/>
        </p:nvSpPr>
        <p:spPr>
          <a:xfrm>
            <a:off x="6252840" y="1376280"/>
            <a:ext cx="5629680" cy="5172480"/>
          </a:xfrm>
          <a:custGeom>
            <a:avLst/>
            <a:gdLst/>
            <a:ahLst/>
            <a:cxnLst/>
            <a:rect l="0" t="0" r="r" b="b"/>
            <a:pathLst>
              <a:path w="15638" h="14368" fill="none">
                <a:moveTo>
                  <a:pt x="0" y="14169"/>
                </a:moveTo>
                <a:lnTo>
                  <a:pt x="0" y="198"/>
                </a:lnTo>
                <a:cubicBezTo>
                  <a:pt x="0" y="185"/>
                  <a:pt x="2" y="172"/>
                  <a:pt x="4" y="159"/>
                </a:cubicBezTo>
                <a:cubicBezTo>
                  <a:pt x="7" y="147"/>
                  <a:pt x="11" y="134"/>
                  <a:pt x="15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15440" y="0"/>
                </a:lnTo>
                <a:cubicBezTo>
                  <a:pt x="15453" y="0"/>
                  <a:pt x="15466" y="1"/>
                  <a:pt x="15479" y="4"/>
                </a:cubicBezTo>
                <a:cubicBezTo>
                  <a:pt x="15491" y="6"/>
                  <a:pt x="15504" y="10"/>
                  <a:pt x="15516" y="15"/>
                </a:cubicBezTo>
                <a:cubicBezTo>
                  <a:pt x="15528" y="20"/>
                  <a:pt x="15539" y="26"/>
                  <a:pt x="15550" y="33"/>
                </a:cubicBezTo>
                <a:cubicBezTo>
                  <a:pt x="15561" y="40"/>
                  <a:pt x="15571" y="49"/>
                  <a:pt x="15580" y="58"/>
                </a:cubicBezTo>
                <a:cubicBezTo>
                  <a:pt x="15589" y="67"/>
                  <a:pt x="15598" y="77"/>
                  <a:pt x="15605" y="88"/>
                </a:cubicBezTo>
                <a:cubicBezTo>
                  <a:pt x="15612" y="99"/>
                  <a:pt x="15618" y="110"/>
                  <a:pt x="15623" y="122"/>
                </a:cubicBezTo>
                <a:cubicBezTo>
                  <a:pt x="15628" y="134"/>
                  <a:pt x="15632" y="147"/>
                  <a:pt x="15634" y="159"/>
                </a:cubicBezTo>
                <a:cubicBezTo>
                  <a:pt x="15637" y="172"/>
                  <a:pt x="15638" y="185"/>
                  <a:pt x="15638" y="198"/>
                </a:cubicBezTo>
                <a:lnTo>
                  <a:pt x="15638" y="14169"/>
                </a:lnTo>
                <a:cubicBezTo>
                  <a:pt x="15638" y="14182"/>
                  <a:pt x="15637" y="14195"/>
                  <a:pt x="15634" y="14208"/>
                </a:cubicBezTo>
                <a:cubicBezTo>
                  <a:pt x="15632" y="14221"/>
                  <a:pt x="15628" y="14233"/>
                  <a:pt x="15623" y="14245"/>
                </a:cubicBezTo>
                <a:cubicBezTo>
                  <a:pt x="15618" y="14257"/>
                  <a:pt x="15612" y="14269"/>
                  <a:pt x="15605" y="14279"/>
                </a:cubicBezTo>
                <a:cubicBezTo>
                  <a:pt x="15598" y="14290"/>
                  <a:pt x="15589" y="14300"/>
                  <a:pt x="15580" y="14309"/>
                </a:cubicBezTo>
                <a:cubicBezTo>
                  <a:pt x="15571" y="14319"/>
                  <a:pt x="15561" y="14327"/>
                  <a:pt x="15550" y="14334"/>
                </a:cubicBezTo>
                <a:cubicBezTo>
                  <a:pt x="15539" y="14341"/>
                  <a:pt x="15528" y="14348"/>
                  <a:pt x="15516" y="14352"/>
                </a:cubicBezTo>
                <a:cubicBezTo>
                  <a:pt x="15504" y="14357"/>
                  <a:pt x="15491" y="14361"/>
                  <a:pt x="15479" y="14364"/>
                </a:cubicBezTo>
                <a:cubicBezTo>
                  <a:pt x="15466" y="14366"/>
                  <a:pt x="15453" y="14368"/>
                  <a:pt x="15440" y="14368"/>
                </a:cubicBezTo>
                <a:lnTo>
                  <a:pt x="199" y="14368"/>
                </a:lnTo>
                <a:cubicBezTo>
                  <a:pt x="186" y="14368"/>
                  <a:pt x="173" y="14366"/>
                  <a:pt x="160" y="14364"/>
                </a:cubicBezTo>
                <a:cubicBezTo>
                  <a:pt x="147" y="14361"/>
                  <a:pt x="135" y="14357"/>
                  <a:pt x="123" y="14352"/>
                </a:cubicBezTo>
                <a:cubicBezTo>
                  <a:pt x="111" y="14348"/>
                  <a:pt x="99" y="14341"/>
                  <a:pt x="89" y="14334"/>
                </a:cubicBezTo>
                <a:cubicBezTo>
                  <a:pt x="78" y="14327"/>
                  <a:pt x="68" y="14319"/>
                  <a:pt x="59" y="14309"/>
                </a:cubicBezTo>
                <a:cubicBezTo>
                  <a:pt x="49" y="14300"/>
                  <a:pt x="41" y="14290"/>
                  <a:pt x="34" y="14279"/>
                </a:cubicBezTo>
                <a:cubicBezTo>
                  <a:pt x="27" y="14269"/>
                  <a:pt x="20" y="14257"/>
                  <a:pt x="15" y="14245"/>
                </a:cubicBezTo>
                <a:cubicBezTo>
                  <a:pt x="11" y="14233"/>
                  <a:pt x="7" y="14221"/>
                  <a:pt x="4" y="14208"/>
                </a:cubicBezTo>
                <a:cubicBezTo>
                  <a:pt x="2" y="14195"/>
                  <a:pt x="0" y="14182"/>
                  <a:pt x="0" y="14169"/>
                </a:cubicBezTo>
              </a:path>
            </a:pathLst>
          </a:custGeom>
          <a:ln w="9360">
            <a:solidFill>
              <a:srgbClr val="DEE2E6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任意多边形: 形状 234"/>
          <p:cNvSpPr/>
          <p:nvPr/>
        </p:nvSpPr>
        <p:spPr>
          <a:xfrm>
            <a:off x="6486480" y="1671480"/>
            <a:ext cx="257400" cy="200520"/>
          </a:xfrm>
          <a:custGeom>
            <a:avLst/>
            <a:gdLst/>
            <a:ahLst/>
            <a:cxnLst/>
            <a:rect l="0" t="0" r="r" b="b"/>
            <a:pathLst>
              <a:path w="715" h="557">
                <a:moveTo>
                  <a:pt x="259" y="59"/>
                </a:moveTo>
                <a:cubicBezTo>
                  <a:pt x="259" y="27"/>
                  <a:pt x="285" y="0"/>
                  <a:pt x="318" y="0"/>
                </a:cubicBezTo>
                <a:lnTo>
                  <a:pt x="397" y="0"/>
                </a:lnTo>
                <a:cubicBezTo>
                  <a:pt x="430" y="0"/>
                  <a:pt x="457" y="27"/>
                  <a:pt x="457" y="59"/>
                </a:cubicBezTo>
                <a:lnTo>
                  <a:pt x="457" y="140"/>
                </a:lnTo>
                <a:cubicBezTo>
                  <a:pt x="457" y="173"/>
                  <a:pt x="430" y="199"/>
                  <a:pt x="397" y="199"/>
                </a:cubicBezTo>
                <a:lnTo>
                  <a:pt x="388" y="199"/>
                </a:lnTo>
                <a:lnTo>
                  <a:pt x="388" y="249"/>
                </a:lnTo>
                <a:lnTo>
                  <a:pt x="576" y="249"/>
                </a:lnTo>
                <a:cubicBezTo>
                  <a:pt x="614" y="249"/>
                  <a:pt x="646" y="280"/>
                  <a:pt x="646" y="318"/>
                </a:cubicBezTo>
                <a:lnTo>
                  <a:pt x="646" y="358"/>
                </a:lnTo>
                <a:lnTo>
                  <a:pt x="655" y="358"/>
                </a:lnTo>
                <a:cubicBezTo>
                  <a:pt x="688" y="358"/>
                  <a:pt x="715" y="385"/>
                  <a:pt x="715" y="418"/>
                </a:cubicBezTo>
                <a:lnTo>
                  <a:pt x="715" y="497"/>
                </a:lnTo>
                <a:cubicBezTo>
                  <a:pt x="715" y="530"/>
                  <a:pt x="688" y="557"/>
                  <a:pt x="655" y="557"/>
                </a:cubicBezTo>
                <a:lnTo>
                  <a:pt x="576" y="557"/>
                </a:lnTo>
                <a:cubicBezTo>
                  <a:pt x="543" y="557"/>
                  <a:pt x="517" y="530"/>
                  <a:pt x="517" y="497"/>
                </a:cubicBezTo>
                <a:lnTo>
                  <a:pt x="517" y="418"/>
                </a:lnTo>
                <a:cubicBezTo>
                  <a:pt x="517" y="385"/>
                  <a:pt x="543" y="358"/>
                  <a:pt x="576" y="358"/>
                </a:cubicBezTo>
                <a:lnTo>
                  <a:pt x="586" y="358"/>
                </a:lnTo>
                <a:lnTo>
                  <a:pt x="586" y="318"/>
                </a:lnTo>
                <a:cubicBezTo>
                  <a:pt x="586" y="313"/>
                  <a:pt x="582" y="309"/>
                  <a:pt x="576" y="309"/>
                </a:cubicBezTo>
                <a:lnTo>
                  <a:pt x="388" y="309"/>
                </a:lnTo>
                <a:lnTo>
                  <a:pt x="388" y="358"/>
                </a:lnTo>
                <a:lnTo>
                  <a:pt x="397" y="358"/>
                </a:lnTo>
                <a:cubicBezTo>
                  <a:pt x="430" y="358"/>
                  <a:pt x="457" y="385"/>
                  <a:pt x="457" y="418"/>
                </a:cubicBezTo>
                <a:lnTo>
                  <a:pt x="457" y="497"/>
                </a:lnTo>
                <a:cubicBezTo>
                  <a:pt x="457" y="530"/>
                  <a:pt x="430" y="557"/>
                  <a:pt x="397" y="557"/>
                </a:cubicBezTo>
                <a:lnTo>
                  <a:pt x="318" y="557"/>
                </a:lnTo>
                <a:cubicBezTo>
                  <a:pt x="285" y="557"/>
                  <a:pt x="259" y="530"/>
                  <a:pt x="259" y="497"/>
                </a:cubicBezTo>
                <a:lnTo>
                  <a:pt x="259" y="418"/>
                </a:lnTo>
                <a:cubicBezTo>
                  <a:pt x="259" y="385"/>
                  <a:pt x="285" y="358"/>
                  <a:pt x="318" y="358"/>
                </a:cubicBezTo>
                <a:lnTo>
                  <a:pt x="328" y="358"/>
                </a:lnTo>
                <a:lnTo>
                  <a:pt x="328" y="309"/>
                </a:lnTo>
                <a:lnTo>
                  <a:pt x="139" y="309"/>
                </a:lnTo>
                <a:cubicBezTo>
                  <a:pt x="133" y="309"/>
                  <a:pt x="129" y="313"/>
                  <a:pt x="129" y="318"/>
                </a:cubicBezTo>
                <a:lnTo>
                  <a:pt x="129" y="358"/>
                </a:lnTo>
                <a:lnTo>
                  <a:pt x="139" y="358"/>
                </a:lnTo>
                <a:cubicBezTo>
                  <a:pt x="171" y="358"/>
                  <a:pt x="199" y="385"/>
                  <a:pt x="199" y="418"/>
                </a:cubicBezTo>
                <a:lnTo>
                  <a:pt x="199" y="497"/>
                </a:lnTo>
                <a:cubicBezTo>
                  <a:pt x="199" y="530"/>
                  <a:pt x="171" y="557"/>
                  <a:pt x="139" y="557"/>
                </a:cubicBezTo>
                <a:lnTo>
                  <a:pt x="59" y="557"/>
                </a:lnTo>
                <a:cubicBezTo>
                  <a:pt x="26" y="557"/>
                  <a:pt x="0" y="530"/>
                  <a:pt x="0" y="497"/>
                </a:cubicBezTo>
                <a:lnTo>
                  <a:pt x="0" y="418"/>
                </a:lnTo>
                <a:cubicBezTo>
                  <a:pt x="0" y="385"/>
                  <a:pt x="26" y="358"/>
                  <a:pt x="59" y="358"/>
                </a:cubicBezTo>
                <a:lnTo>
                  <a:pt x="69" y="358"/>
                </a:lnTo>
                <a:lnTo>
                  <a:pt x="69" y="318"/>
                </a:lnTo>
                <a:cubicBezTo>
                  <a:pt x="69" y="280"/>
                  <a:pt x="100" y="249"/>
                  <a:pt x="139" y="249"/>
                </a:cubicBezTo>
                <a:lnTo>
                  <a:pt x="328" y="249"/>
                </a:lnTo>
                <a:lnTo>
                  <a:pt x="328" y="199"/>
                </a:lnTo>
                <a:lnTo>
                  <a:pt x="318" y="199"/>
                </a:lnTo>
                <a:cubicBezTo>
                  <a:pt x="285" y="199"/>
                  <a:pt x="259" y="173"/>
                  <a:pt x="259" y="140"/>
                </a:cubicBezTo>
                <a:lnTo>
                  <a:pt x="259" y="59"/>
                </a:ln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文本框 235"/>
          <p:cNvSpPr txBox="1"/>
          <p:nvPr/>
        </p:nvSpPr>
        <p:spPr>
          <a:xfrm>
            <a:off x="1859760" y="2458800"/>
            <a:ext cx="2179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先验证通信模块，再扩展功能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文本框 236"/>
          <p:cNvSpPr txBox="1"/>
          <p:nvPr/>
        </p:nvSpPr>
        <p:spPr>
          <a:xfrm>
            <a:off x="6743520" y="1645200"/>
            <a:ext cx="1005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技术路线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文本框 237"/>
          <p:cNvSpPr txBox="1"/>
          <p:nvPr/>
        </p:nvSpPr>
        <p:spPr>
          <a:xfrm>
            <a:off x="6562800" y="2205360"/>
            <a:ext cx="201168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1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文本框 238"/>
          <p:cNvSpPr txBox="1"/>
          <p:nvPr/>
        </p:nvSpPr>
        <p:spPr>
          <a:xfrm>
            <a:off x="6846480" y="2144520"/>
            <a:ext cx="7620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系统架构：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7608600" y="2148120"/>
            <a:ext cx="2887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B/S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7896600" y="2144520"/>
            <a:ext cx="1508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架构，数控分离设计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6562800" y="2519640"/>
            <a:ext cx="201168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1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文本框 242"/>
          <p:cNvSpPr txBox="1"/>
          <p:nvPr/>
        </p:nvSpPr>
        <p:spPr>
          <a:xfrm>
            <a:off x="6846480" y="2458800"/>
            <a:ext cx="653796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1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技术栈：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文本框 243"/>
          <p:cNvSpPr txBox="1"/>
          <p:nvPr/>
        </p:nvSpPr>
        <p:spPr>
          <a:xfrm>
            <a:off x="7456320" y="2462400"/>
            <a:ext cx="10058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Spring Boot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文本框 244"/>
          <p:cNvSpPr txBox="1"/>
          <p:nvPr/>
        </p:nvSpPr>
        <p:spPr>
          <a:xfrm>
            <a:off x="8295120" y="24588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文本框 245"/>
          <p:cNvSpPr txBox="1"/>
          <p:nvPr/>
        </p:nvSpPr>
        <p:spPr>
          <a:xfrm>
            <a:off x="8447400" y="2462400"/>
            <a:ext cx="548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Vue.js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8865360" y="24588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9017640" y="2462400"/>
            <a:ext cx="8229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WebSocket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9794160" y="24588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9946800" y="2462400"/>
            <a:ext cx="3225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UDP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10268640" y="24588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文本框 251"/>
          <p:cNvSpPr txBox="1"/>
          <p:nvPr/>
        </p:nvSpPr>
        <p:spPr>
          <a:xfrm>
            <a:off x="10420920" y="2462400"/>
            <a:ext cx="10058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MySQL/Redis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任意多边形: 形状 2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4" name="图片 253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5" name="图片 254"/>
          <p:cNvPicPr/>
          <p:nvPr/>
        </p:nvPicPr>
        <p:blipFill>
          <a:blip r:embed="rId3"/>
          <a:stretch/>
        </p:blipFill>
        <p:spPr>
          <a:xfrm>
            <a:off x="10477440" y="5381640"/>
            <a:ext cx="1904760" cy="14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任意多边形: 形状 255"/>
          <p:cNvSpPr/>
          <p:nvPr/>
        </p:nvSpPr>
        <p:spPr>
          <a:xfrm>
            <a:off x="609480" y="1257120"/>
            <a:ext cx="762120" cy="38520"/>
          </a:xfrm>
          <a:custGeom>
            <a:avLst/>
            <a:gdLst/>
            <a:ahLst/>
            <a:cxnLst/>
            <a:rect l="0" t="0" r="r" b="b"/>
            <a:pathLst>
              <a:path w="2117" h="107">
                <a:moveTo>
                  <a:pt x="0" y="54"/>
                </a:moveTo>
                <a:cubicBezTo>
                  <a:pt x="0" y="47"/>
                  <a:pt x="1" y="40"/>
                  <a:pt x="4" y="34"/>
                </a:cubicBezTo>
                <a:cubicBezTo>
                  <a:pt x="7" y="27"/>
                  <a:pt x="10" y="20"/>
                  <a:pt x="15" y="15"/>
                </a:cubicBezTo>
                <a:cubicBezTo>
                  <a:pt x="20" y="11"/>
                  <a:pt x="26" y="7"/>
                  <a:pt x="32" y="4"/>
                </a:cubicBezTo>
                <a:cubicBezTo>
                  <a:pt x="39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8" y="1"/>
                  <a:pt x="2085" y="4"/>
                </a:cubicBezTo>
                <a:cubicBezTo>
                  <a:pt x="2091" y="7"/>
                  <a:pt x="2097" y="11"/>
                  <a:pt x="2102" y="15"/>
                </a:cubicBezTo>
                <a:cubicBezTo>
                  <a:pt x="2107" y="20"/>
                  <a:pt x="2111" y="27"/>
                  <a:pt x="2113" y="34"/>
                </a:cubicBezTo>
                <a:cubicBezTo>
                  <a:pt x="2116" y="40"/>
                  <a:pt x="2117" y="47"/>
                  <a:pt x="2117" y="54"/>
                </a:cubicBezTo>
                <a:cubicBezTo>
                  <a:pt x="2117" y="61"/>
                  <a:pt x="2116" y="68"/>
                  <a:pt x="2113" y="74"/>
                </a:cubicBezTo>
                <a:cubicBezTo>
                  <a:pt x="2111" y="81"/>
                  <a:pt x="2107" y="86"/>
                  <a:pt x="2102" y="91"/>
                </a:cubicBezTo>
                <a:cubicBezTo>
                  <a:pt x="2097" y="96"/>
                  <a:pt x="2091" y="100"/>
                  <a:pt x="2085" y="103"/>
                </a:cubicBezTo>
                <a:cubicBezTo>
                  <a:pt x="2078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39" y="105"/>
                  <a:pt x="32" y="103"/>
                </a:cubicBezTo>
                <a:cubicBezTo>
                  <a:pt x="26" y="100"/>
                  <a:pt x="20" y="96"/>
                  <a:pt x="15" y="91"/>
                </a:cubicBezTo>
                <a:cubicBezTo>
                  <a:pt x="10" y="86"/>
                  <a:pt x="7" y="81"/>
                  <a:pt x="4" y="74"/>
                </a:cubicBezTo>
                <a:cubicBezTo>
                  <a:pt x="1" y="68"/>
                  <a:pt x="0" y="61"/>
                  <a:pt x="0" y="54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609480" y="522720"/>
            <a:ext cx="276606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000" b="1" i="0" u="none" strike="noStrike">
                <a:solidFill>
                  <a:srgbClr val="0A3D62"/>
                </a:solidFill>
                <a:effectLst/>
                <a:uFillTx/>
                <a:latin typeface="Noto Sans SC"/>
                <a:ea typeface="Noto Sans SC"/>
              </a:rPr>
              <a:t>系统总体架构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文本框 257"/>
          <p:cNvSpPr txBox="1"/>
          <p:nvPr/>
        </p:nvSpPr>
        <p:spPr>
          <a:xfrm>
            <a:off x="609480" y="1788120"/>
            <a:ext cx="1005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i="0" u="none" strike="noStrike">
                <a:solidFill>
                  <a:srgbClr val="0A3D62"/>
                </a:solidFill>
                <a:effectLst/>
                <a:uFillTx/>
                <a:latin typeface="Noto Sans SC"/>
                <a:ea typeface="Noto Sans SC"/>
              </a:rPr>
              <a:t>架构分层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文本框 258"/>
          <p:cNvSpPr txBox="1"/>
          <p:nvPr/>
        </p:nvSpPr>
        <p:spPr>
          <a:xfrm>
            <a:off x="609480" y="247968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■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文本框 259"/>
          <p:cNvSpPr txBox="1"/>
          <p:nvPr/>
        </p:nvSpPr>
        <p:spPr>
          <a:xfrm>
            <a:off x="804600" y="2439720"/>
            <a:ext cx="13411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用戶终端层：</a:t>
            </a:r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运维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文本框 260"/>
          <p:cNvSpPr txBox="1"/>
          <p:nvPr/>
        </p:nvSpPr>
        <p:spPr>
          <a:xfrm>
            <a:off x="2023920" y="244332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2066400" y="2439720"/>
            <a:ext cx="10058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管理员浏览器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文本框 262"/>
          <p:cNvSpPr txBox="1"/>
          <p:nvPr/>
        </p:nvSpPr>
        <p:spPr>
          <a:xfrm>
            <a:off x="609480" y="285120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■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文本框 263"/>
          <p:cNvSpPr txBox="1"/>
          <p:nvPr/>
        </p:nvSpPr>
        <p:spPr>
          <a:xfrm>
            <a:off x="804600" y="2811240"/>
            <a:ext cx="3855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边缘局域网层：</a:t>
            </a:r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物联网设备、业务数据库、探针节点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文本框 264"/>
          <p:cNvSpPr txBox="1"/>
          <p:nvPr/>
        </p:nvSpPr>
        <p:spPr>
          <a:xfrm>
            <a:off x="609480" y="322272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■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804600" y="3182760"/>
            <a:ext cx="1676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下游业务层：</a:t>
            </a:r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数据普查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2328840" y="318636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2370960" y="3182760"/>
            <a:ext cx="670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共享平台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609480" y="3750120"/>
            <a:ext cx="1005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i="0" u="none" strike="noStrike">
                <a:solidFill>
                  <a:srgbClr val="0A3D62"/>
                </a:solidFill>
                <a:effectLst/>
                <a:uFillTx/>
                <a:latin typeface="Noto Sans SC"/>
                <a:ea typeface="Noto Sans SC"/>
              </a:rPr>
              <a:t>数控分离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609480" y="444168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■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文本框 270"/>
          <p:cNvSpPr txBox="1"/>
          <p:nvPr/>
        </p:nvSpPr>
        <p:spPr>
          <a:xfrm>
            <a:off x="804600" y="4402080"/>
            <a:ext cx="26822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控制流：</a:t>
            </a:r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配置下发、状态上报，通过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文本框 271"/>
          <p:cNvSpPr txBox="1"/>
          <p:nvPr/>
        </p:nvSpPr>
        <p:spPr>
          <a:xfrm>
            <a:off x="3243240" y="4405680"/>
            <a:ext cx="8229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WebSocket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4019760" y="4402080"/>
            <a:ext cx="426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⻓连接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609480" y="481320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■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任意多边形: 形状 274"/>
          <p:cNvSpPr/>
          <p:nvPr/>
        </p:nvSpPr>
        <p:spPr>
          <a:xfrm>
            <a:off x="6557760" y="1757160"/>
            <a:ext cx="5020200" cy="2162520"/>
          </a:xfrm>
          <a:custGeom>
            <a:avLst/>
            <a:gdLst/>
            <a:ahLst/>
            <a:cxnLst/>
            <a:rect l="0" t="0" r="r" b="b"/>
            <a:pathLst>
              <a:path w="13945" h="6007">
                <a:moveTo>
                  <a:pt x="0" y="5809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5" y="0"/>
                  <a:pt x="198" y="0"/>
                </a:cubicBezTo>
                <a:lnTo>
                  <a:pt x="13746" y="0"/>
                </a:lnTo>
                <a:cubicBezTo>
                  <a:pt x="13759" y="0"/>
                  <a:pt x="13772" y="1"/>
                  <a:pt x="13785" y="4"/>
                </a:cubicBezTo>
                <a:cubicBezTo>
                  <a:pt x="13798" y="6"/>
                  <a:pt x="13810" y="10"/>
                  <a:pt x="13822" y="15"/>
                </a:cubicBezTo>
                <a:cubicBezTo>
                  <a:pt x="13834" y="20"/>
                  <a:pt x="13846" y="26"/>
                  <a:pt x="13856" y="34"/>
                </a:cubicBezTo>
                <a:cubicBezTo>
                  <a:pt x="13867" y="41"/>
                  <a:pt x="13877" y="49"/>
                  <a:pt x="13886" y="58"/>
                </a:cubicBezTo>
                <a:cubicBezTo>
                  <a:pt x="13896" y="67"/>
                  <a:pt x="13904" y="77"/>
                  <a:pt x="13911" y="88"/>
                </a:cubicBezTo>
                <a:cubicBezTo>
                  <a:pt x="13918" y="99"/>
                  <a:pt x="13925" y="111"/>
                  <a:pt x="13929" y="123"/>
                </a:cubicBezTo>
                <a:cubicBezTo>
                  <a:pt x="13934" y="135"/>
                  <a:pt x="13938" y="147"/>
                  <a:pt x="13941" y="160"/>
                </a:cubicBezTo>
                <a:cubicBezTo>
                  <a:pt x="13943" y="173"/>
                  <a:pt x="13945" y="185"/>
                  <a:pt x="13945" y="198"/>
                </a:cubicBezTo>
                <a:lnTo>
                  <a:pt x="13945" y="5809"/>
                </a:lnTo>
                <a:cubicBezTo>
                  <a:pt x="13945" y="5822"/>
                  <a:pt x="13943" y="5835"/>
                  <a:pt x="13941" y="5847"/>
                </a:cubicBezTo>
                <a:cubicBezTo>
                  <a:pt x="13938" y="5860"/>
                  <a:pt x="13934" y="5873"/>
                  <a:pt x="13929" y="5885"/>
                </a:cubicBezTo>
                <a:cubicBezTo>
                  <a:pt x="13925" y="5897"/>
                  <a:pt x="13918" y="5908"/>
                  <a:pt x="13911" y="5919"/>
                </a:cubicBezTo>
                <a:cubicBezTo>
                  <a:pt x="13904" y="5930"/>
                  <a:pt x="13896" y="5940"/>
                  <a:pt x="13886" y="5949"/>
                </a:cubicBezTo>
                <a:cubicBezTo>
                  <a:pt x="13877" y="5958"/>
                  <a:pt x="13867" y="5966"/>
                  <a:pt x="13856" y="5974"/>
                </a:cubicBezTo>
                <a:cubicBezTo>
                  <a:pt x="13846" y="5981"/>
                  <a:pt x="13834" y="5987"/>
                  <a:pt x="13822" y="5992"/>
                </a:cubicBezTo>
                <a:cubicBezTo>
                  <a:pt x="13810" y="5997"/>
                  <a:pt x="13798" y="6001"/>
                  <a:pt x="13785" y="6003"/>
                </a:cubicBezTo>
                <a:cubicBezTo>
                  <a:pt x="13772" y="6006"/>
                  <a:pt x="13759" y="6007"/>
                  <a:pt x="13746" y="6007"/>
                </a:cubicBezTo>
                <a:lnTo>
                  <a:pt x="198" y="6007"/>
                </a:lnTo>
                <a:cubicBezTo>
                  <a:pt x="185" y="6007"/>
                  <a:pt x="173" y="6006"/>
                  <a:pt x="160" y="6003"/>
                </a:cubicBezTo>
                <a:cubicBezTo>
                  <a:pt x="147" y="6001"/>
                  <a:pt x="135" y="5997"/>
                  <a:pt x="123" y="5992"/>
                </a:cubicBezTo>
                <a:cubicBezTo>
                  <a:pt x="111" y="5987"/>
                  <a:pt x="99" y="5981"/>
                  <a:pt x="88" y="5974"/>
                </a:cubicBezTo>
                <a:cubicBezTo>
                  <a:pt x="77" y="5966"/>
                  <a:pt x="67" y="5958"/>
                  <a:pt x="58" y="5949"/>
                </a:cubicBezTo>
                <a:cubicBezTo>
                  <a:pt x="49" y="5940"/>
                  <a:pt x="41" y="5930"/>
                  <a:pt x="34" y="5919"/>
                </a:cubicBezTo>
                <a:cubicBezTo>
                  <a:pt x="26" y="5908"/>
                  <a:pt x="20" y="5897"/>
                  <a:pt x="15" y="5885"/>
                </a:cubicBezTo>
                <a:cubicBezTo>
                  <a:pt x="10" y="5873"/>
                  <a:pt x="6" y="5860"/>
                  <a:pt x="4" y="5847"/>
                </a:cubicBezTo>
                <a:cubicBezTo>
                  <a:pt x="1" y="5835"/>
                  <a:pt x="0" y="5822"/>
                  <a:pt x="0" y="580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任意多边形: 形状 275"/>
          <p:cNvSpPr/>
          <p:nvPr/>
        </p:nvSpPr>
        <p:spPr>
          <a:xfrm>
            <a:off x="6557760" y="1757160"/>
            <a:ext cx="5020200" cy="2162520"/>
          </a:xfrm>
          <a:custGeom>
            <a:avLst/>
            <a:gdLst/>
            <a:ahLst/>
            <a:cxnLst/>
            <a:rect l="0" t="0" r="r" b="b"/>
            <a:pathLst>
              <a:path w="13945" h="6007" fill="none">
                <a:moveTo>
                  <a:pt x="0" y="5809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5" y="0"/>
                  <a:pt x="198" y="0"/>
                </a:cubicBezTo>
                <a:lnTo>
                  <a:pt x="13746" y="0"/>
                </a:lnTo>
                <a:cubicBezTo>
                  <a:pt x="13759" y="0"/>
                  <a:pt x="13772" y="1"/>
                  <a:pt x="13785" y="4"/>
                </a:cubicBezTo>
                <a:cubicBezTo>
                  <a:pt x="13798" y="6"/>
                  <a:pt x="13810" y="10"/>
                  <a:pt x="13822" y="15"/>
                </a:cubicBezTo>
                <a:cubicBezTo>
                  <a:pt x="13834" y="20"/>
                  <a:pt x="13846" y="26"/>
                  <a:pt x="13856" y="34"/>
                </a:cubicBezTo>
                <a:cubicBezTo>
                  <a:pt x="13867" y="41"/>
                  <a:pt x="13877" y="49"/>
                  <a:pt x="13886" y="58"/>
                </a:cubicBezTo>
                <a:cubicBezTo>
                  <a:pt x="13896" y="67"/>
                  <a:pt x="13904" y="77"/>
                  <a:pt x="13911" y="88"/>
                </a:cubicBezTo>
                <a:cubicBezTo>
                  <a:pt x="13918" y="99"/>
                  <a:pt x="13925" y="111"/>
                  <a:pt x="13929" y="123"/>
                </a:cubicBezTo>
                <a:cubicBezTo>
                  <a:pt x="13934" y="135"/>
                  <a:pt x="13938" y="147"/>
                  <a:pt x="13941" y="160"/>
                </a:cubicBezTo>
                <a:cubicBezTo>
                  <a:pt x="13943" y="173"/>
                  <a:pt x="13945" y="185"/>
                  <a:pt x="13945" y="198"/>
                </a:cubicBezTo>
                <a:lnTo>
                  <a:pt x="13945" y="5809"/>
                </a:lnTo>
                <a:cubicBezTo>
                  <a:pt x="13945" y="5822"/>
                  <a:pt x="13943" y="5835"/>
                  <a:pt x="13941" y="5847"/>
                </a:cubicBezTo>
                <a:cubicBezTo>
                  <a:pt x="13938" y="5860"/>
                  <a:pt x="13934" y="5873"/>
                  <a:pt x="13929" y="5885"/>
                </a:cubicBezTo>
                <a:cubicBezTo>
                  <a:pt x="13925" y="5897"/>
                  <a:pt x="13918" y="5908"/>
                  <a:pt x="13911" y="5919"/>
                </a:cubicBezTo>
                <a:cubicBezTo>
                  <a:pt x="13904" y="5930"/>
                  <a:pt x="13896" y="5940"/>
                  <a:pt x="13886" y="5949"/>
                </a:cubicBezTo>
                <a:cubicBezTo>
                  <a:pt x="13877" y="5958"/>
                  <a:pt x="13867" y="5966"/>
                  <a:pt x="13856" y="5974"/>
                </a:cubicBezTo>
                <a:cubicBezTo>
                  <a:pt x="13846" y="5981"/>
                  <a:pt x="13834" y="5987"/>
                  <a:pt x="13822" y="5992"/>
                </a:cubicBezTo>
                <a:cubicBezTo>
                  <a:pt x="13810" y="5997"/>
                  <a:pt x="13798" y="6001"/>
                  <a:pt x="13785" y="6003"/>
                </a:cubicBezTo>
                <a:cubicBezTo>
                  <a:pt x="13772" y="6006"/>
                  <a:pt x="13759" y="6007"/>
                  <a:pt x="13746" y="6007"/>
                </a:cubicBezTo>
                <a:lnTo>
                  <a:pt x="198" y="6007"/>
                </a:lnTo>
                <a:cubicBezTo>
                  <a:pt x="185" y="6007"/>
                  <a:pt x="173" y="6006"/>
                  <a:pt x="160" y="6003"/>
                </a:cubicBezTo>
                <a:cubicBezTo>
                  <a:pt x="147" y="6001"/>
                  <a:pt x="135" y="5997"/>
                  <a:pt x="123" y="5992"/>
                </a:cubicBezTo>
                <a:cubicBezTo>
                  <a:pt x="111" y="5987"/>
                  <a:pt x="99" y="5981"/>
                  <a:pt x="88" y="5974"/>
                </a:cubicBezTo>
                <a:cubicBezTo>
                  <a:pt x="77" y="5966"/>
                  <a:pt x="67" y="5958"/>
                  <a:pt x="58" y="5949"/>
                </a:cubicBezTo>
                <a:cubicBezTo>
                  <a:pt x="49" y="5940"/>
                  <a:pt x="41" y="5930"/>
                  <a:pt x="34" y="5919"/>
                </a:cubicBezTo>
                <a:cubicBezTo>
                  <a:pt x="26" y="5908"/>
                  <a:pt x="20" y="5897"/>
                  <a:pt x="15" y="5885"/>
                </a:cubicBezTo>
                <a:cubicBezTo>
                  <a:pt x="10" y="5873"/>
                  <a:pt x="6" y="5860"/>
                  <a:pt x="4" y="5847"/>
                </a:cubicBezTo>
                <a:cubicBezTo>
                  <a:pt x="1" y="5835"/>
                  <a:pt x="0" y="5822"/>
                  <a:pt x="0" y="5809"/>
                </a:cubicBezTo>
              </a:path>
            </a:pathLst>
          </a:custGeom>
          <a:ln w="9360">
            <a:solidFill>
              <a:srgbClr val="DEE2E6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文本框 276"/>
          <p:cNvSpPr txBox="1"/>
          <p:nvPr/>
        </p:nvSpPr>
        <p:spPr>
          <a:xfrm>
            <a:off x="804600" y="4773600"/>
            <a:ext cx="41910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数据流：</a:t>
            </a:r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采集数据直接推送至下游平台，不经过管理系统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8" name="图片 277"/>
          <p:cNvPicPr/>
          <p:nvPr/>
        </p:nvPicPr>
        <p:blipFill>
          <a:blip r:embed="rId4"/>
          <a:stretch/>
        </p:blipFill>
        <p:spPr>
          <a:xfrm>
            <a:off x="6791400" y="2333520"/>
            <a:ext cx="4552560" cy="135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9" name="图片 278"/>
          <p:cNvPicPr/>
          <p:nvPr/>
        </p:nvPicPr>
        <p:blipFill>
          <a:blip r:embed="rId5"/>
          <a:stretch/>
        </p:blipFill>
        <p:spPr>
          <a:xfrm>
            <a:off x="6553080" y="4152600"/>
            <a:ext cx="5028840" cy="209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文本框 279"/>
          <p:cNvSpPr txBox="1"/>
          <p:nvPr/>
        </p:nvSpPr>
        <p:spPr>
          <a:xfrm>
            <a:off x="6791400" y="2022120"/>
            <a:ext cx="1697355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系统总体架构层级图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任意多边形: 形状 28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2" name="图片 281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3" name="图片 282"/>
          <p:cNvPicPr/>
          <p:nvPr/>
        </p:nvPicPr>
        <p:blipFill>
          <a:blip r:embed="rId3"/>
          <a:stretch/>
        </p:blipFill>
        <p:spPr>
          <a:xfrm>
            <a:off x="10477440" y="5381640"/>
            <a:ext cx="1904760" cy="14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任意多边形: 形状 283"/>
          <p:cNvSpPr/>
          <p:nvPr/>
        </p:nvSpPr>
        <p:spPr>
          <a:xfrm>
            <a:off x="761760" y="1562040"/>
            <a:ext cx="762480" cy="38160"/>
          </a:xfrm>
          <a:custGeom>
            <a:avLst/>
            <a:gdLst/>
            <a:ahLst/>
            <a:cxnLst/>
            <a:rect l="0" t="0" r="r" b="b"/>
            <a:pathLst>
              <a:path w="2118" h="106">
                <a:moveTo>
                  <a:pt x="0" y="54"/>
                </a:moveTo>
                <a:cubicBezTo>
                  <a:pt x="0" y="47"/>
                  <a:pt x="2" y="40"/>
                  <a:pt x="4" y="33"/>
                </a:cubicBezTo>
                <a:cubicBezTo>
                  <a:pt x="7" y="27"/>
                  <a:pt x="11" y="21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6"/>
                  <a:pt x="2097" y="10"/>
                  <a:pt x="2102" y="15"/>
                </a:cubicBezTo>
                <a:cubicBezTo>
                  <a:pt x="2107" y="21"/>
                  <a:pt x="2111" y="27"/>
                  <a:pt x="2114" y="33"/>
                </a:cubicBezTo>
                <a:cubicBezTo>
                  <a:pt x="2116" y="40"/>
                  <a:pt x="2118" y="47"/>
                  <a:pt x="2118" y="54"/>
                </a:cubicBezTo>
                <a:cubicBezTo>
                  <a:pt x="2118" y="61"/>
                  <a:pt x="2116" y="67"/>
                  <a:pt x="2114" y="74"/>
                </a:cubicBezTo>
                <a:cubicBezTo>
                  <a:pt x="2111" y="80"/>
                  <a:pt x="2107" y="86"/>
                  <a:pt x="2102" y="91"/>
                </a:cubicBezTo>
                <a:cubicBezTo>
                  <a:pt x="2097" y="96"/>
                  <a:pt x="2092" y="100"/>
                  <a:pt x="2085" y="102"/>
                </a:cubicBezTo>
                <a:cubicBezTo>
                  <a:pt x="2079" y="105"/>
                  <a:pt x="2072" y="106"/>
                  <a:pt x="2065" y="106"/>
                </a:cubicBezTo>
                <a:lnTo>
                  <a:pt x="53" y="106"/>
                </a:lnTo>
                <a:cubicBezTo>
                  <a:pt x="46" y="106"/>
                  <a:pt x="39" y="105"/>
                  <a:pt x="33" y="102"/>
                </a:cubicBezTo>
                <a:cubicBezTo>
                  <a:pt x="26" y="100"/>
                  <a:pt x="21" y="96"/>
                  <a:pt x="16" y="91"/>
                </a:cubicBezTo>
                <a:cubicBezTo>
                  <a:pt x="11" y="86"/>
                  <a:pt x="7" y="80"/>
                  <a:pt x="4" y="74"/>
                </a:cubicBezTo>
                <a:cubicBezTo>
                  <a:pt x="2" y="67"/>
                  <a:pt x="0" y="61"/>
                  <a:pt x="0" y="54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任意多边形: 形状 284"/>
          <p:cNvSpPr/>
          <p:nvPr/>
        </p:nvSpPr>
        <p:spPr>
          <a:xfrm>
            <a:off x="887760" y="2356920"/>
            <a:ext cx="351000" cy="279720"/>
          </a:xfrm>
          <a:custGeom>
            <a:avLst/>
            <a:gdLst/>
            <a:ahLst/>
            <a:cxnLst/>
            <a:rect l="0" t="0" r="r" b="b"/>
            <a:pathLst>
              <a:path w="975" h="777">
                <a:moveTo>
                  <a:pt x="472" y="198"/>
                </a:moveTo>
                <a:cubicBezTo>
                  <a:pt x="483" y="189"/>
                  <a:pt x="488" y="173"/>
                  <a:pt x="482" y="160"/>
                </a:cubicBezTo>
                <a:cubicBezTo>
                  <a:pt x="478" y="151"/>
                  <a:pt x="475" y="143"/>
                  <a:pt x="470" y="136"/>
                </a:cubicBezTo>
                <a:lnTo>
                  <a:pt x="465" y="127"/>
                </a:lnTo>
                <a:cubicBezTo>
                  <a:pt x="461" y="120"/>
                  <a:pt x="456" y="112"/>
                  <a:pt x="450" y="105"/>
                </a:cubicBezTo>
                <a:cubicBezTo>
                  <a:pt x="441" y="93"/>
                  <a:pt x="426" y="89"/>
                  <a:pt x="412" y="94"/>
                </a:cubicBezTo>
                <a:lnTo>
                  <a:pt x="368" y="108"/>
                </a:lnTo>
                <a:cubicBezTo>
                  <a:pt x="352" y="94"/>
                  <a:pt x="333" y="83"/>
                  <a:pt x="312" y="76"/>
                </a:cubicBezTo>
                <a:lnTo>
                  <a:pt x="303" y="30"/>
                </a:lnTo>
                <a:cubicBezTo>
                  <a:pt x="300" y="15"/>
                  <a:pt x="289" y="4"/>
                  <a:pt x="274" y="2"/>
                </a:cubicBezTo>
                <a:cubicBezTo>
                  <a:pt x="264" y="1"/>
                  <a:pt x="253" y="0"/>
                  <a:pt x="243" y="0"/>
                </a:cubicBezTo>
                <a:lnTo>
                  <a:pt x="242" y="0"/>
                </a:lnTo>
                <a:cubicBezTo>
                  <a:pt x="231" y="0"/>
                  <a:pt x="221" y="1"/>
                  <a:pt x="211" y="2"/>
                </a:cubicBezTo>
                <a:cubicBezTo>
                  <a:pt x="196" y="4"/>
                  <a:pt x="185" y="15"/>
                  <a:pt x="182" y="30"/>
                </a:cubicBezTo>
                <a:lnTo>
                  <a:pt x="172" y="76"/>
                </a:lnTo>
                <a:cubicBezTo>
                  <a:pt x="152" y="83"/>
                  <a:pt x="133" y="94"/>
                  <a:pt x="116" y="108"/>
                </a:cubicBezTo>
                <a:lnTo>
                  <a:pt x="72" y="94"/>
                </a:lnTo>
                <a:cubicBezTo>
                  <a:pt x="58" y="89"/>
                  <a:pt x="43" y="93"/>
                  <a:pt x="34" y="105"/>
                </a:cubicBezTo>
                <a:cubicBezTo>
                  <a:pt x="29" y="112"/>
                  <a:pt x="24" y="120"/>
                  <a:pt x="19" y="127"/>
                </a:cubicBezTo>
                <a:lnTo>
                  <a:pt x="14" y="136"/>
                </a:lnTo>
                <a:cubicBezTo>
                  <a:pt x="10" y="143"/>
                  <a:pt x="6" y="151"/>
                  <a:pt x="2" y="160"/>
                </a:cubicBezTo>
                <a:cubicBezTo>
                  <a:pt x="-3" y="173"/>
                  <a:pt x="1" y="189"/>
                  <a:pt x="12" y="199"/>
                </a:cubicBezTo>
                <a:lnTo>
                  <a:pt x="46" y="229"/>
                </a:lnTo>
                <a:cubicBezTo>
                  <a:pt x="45" y="240"/>
                  <a:pt x="44" y="251"/>
                  <a:pt x="44" y="262"/>
                </a:cubicBezTo>
                <a:cubicBezTo>
                  <a:pt x="44" y="273"/>
                  <a:pt x="45" y="283"/>
                  <a:pt x="46" y="294"/>
                </a:cubicBezTo>
                <a:lnTo>
                  <a:pt x="12" y="325"/>
                </a:lnTo>
                <a:cubicBezTo>
                  <a:pt x="1" y="334"/>
                  <a:pt x="-3" y="350"/>
                  <a:pt x="2" y="363"/>
                </a:cubicBezTo>
                <a:cubicBezTo>
                  <a:pt x="6" y="372"/>
                  <a:pt x="10" y="380"/>
                  <a:pt x="14" y="388"/>
                </a:cubicBezTo>
                <a:lnTo>
                  <a:pt x="19" y="396"/>
                </a:lnTo>
                <a:cubicBezTo>
                  <a:pt x="23" y="404"/>
                  <a:pt x="29" y="411"/>
                  <a:pt x="34" y="418"/>
                </a:cubicBezTo>
                <a:cubicBezTo>
                  <a:pt x="43" y="430"/>
                  <a:pt x="58" y="434"/>
                  <a:pt x="72" y="429"/>
                </a:cubicBezTo>
                <a:lnTo>
                  <a:pt x="116" y="415"/>
                </a:lnTo>
                <a:cubicBezTo>
                  <a:pt x="133" y="429"/>
                  <a:pt x="152" y="440"/>
                  <a:pt x="172" y="447"/>
                </a:cubicBezTo>
                <a:lnTo>
                  <a:pt x="182" y="492"/>
                </a:lnTo>
                <a:cubicBezTo>
                  <a:pt x="185" y="507"/>
                  <a:pt x="196" y="518"/>
                  <a:pt x="210" y="520"/>
                </a:cubicBezTo>
                <a:cubicBezTo>
                  <a:pt x="221" y="521"/>
                  <a:pt x="231" y="522"/>
                  <a:pt x="242" y="522"/>
                </a:cubicBezTo>
                <a:cubicBezTo>
                  <a:pt x="253" y="522"/>
                  <a:pt x="263" y="521"/>
                  <a:pt x="274" y="520"/>
                </a:cubicBezTo>
                <a:cubicBezTo>
                  <a:pt x="288" y="518"/>
                  <a:pt x="299" y="507"/>
                  <a:pt x="302" y="492"/>
                </a:cubicBezTo>
                <a:lnTo>
                  <a:pt x="312" y="447"/>
                </a:lnTo>
                <a:cubicBezTo>
                  <a:pt x="332" y="440"/>
                  <a:pt x="351" y="429"/>
                  <a:pt x="368" y="415"/>
                </a:cubicBezTo>
                <a:lnTo>
                  <a:pt x="412" y="429"/>
                </a:lnTo>
                <a:cubicBezTo>
                  <a:pt x="426" y="434"/>
                  <a:pt x="441" y="430"/>
                  <a:pt x="450" y="418"/>
                </a:cubicBezTo>
                <a:cubicBezTo>
                  <a:pt x="455" y="411"/>
                  <a:pt x="460" y="404"/>
                  <a:pt x="465" y="396"/>
                </a:cubicBezTo>
                <a:lnTo>
                  <a:pt x="470" y="387"/>
                </a:lnTo>
                <a:cubicBezTo>
                  <a:pt x="474" y="380"/>
                  <a:pt x="478" y="371"/>
                  <a:pt x="482" y="363"/>
                </a:cubicBezTo>
                <a:cubicBezTo>
                  <a:pt x="487" y="350"/>
                  <a:pt x="483" y="334"/>
                  <a:pt x="472" y="325"/>
                </a:cubicBezTo>
                <a:lnTo>
                  <a:pt x="438" y="294"/>
                </a:lnTo>
                <a:cubicBezTo>
                  <a:pt x="439" y="283"/>
                  <a:pt x="440" y="272"/>
                  <a:pt x="440" y="261"/>
                </a:cubicBezTo>
                <a:cubicBezTo>
                  <a:pt x="440" y="250"/>
                  <a:pt x="439" y="240"/>
                  <a:pt x="438" y="229"/>
                </a:cubicBezTo>
                <a:lnTo>
                  <a:pt x="472" y="198"/>
                </a:lnTo>
                <a:moveTo>
                  <a:pt x="168" y="262"/>
                </a:moveTo>
                <a:cubicBezTo>
                  <a:pt x="168" y="252"/>
                  <a:pt x="170" y="242"/>
                  <a:pt x="173" y="233"/>
                </a:cubicBezTo>
                <a:cubicBezTo>
                  <a:pt x="177" y="224"/>
                  <a:pt x="183" y="216"/>
                  <a:pt x="190" y="209"/>
                </a:cubicBezTo>
                <a:cubicBezTo>
                  <a:pt x="197" y="202"/>
                  <a:pt x="205" y="197"/>
                  <a:pt x="214" y="193"/>
                </a:cubicBezTo>
                <a:cubicBezTo>
                  <a:pt x="223" y="189"/>
                  <a:pt x="232" y="187"/>
                  <a:pt x="242" y="187"/>
                </a:cubicBezTo>
                <a:cubicBezTo>
                  <a:pt x="252" y="187"/>
                  <a:pt x="262" y="189"/>
                  <a:pt x="271" y="193"/>
                </a:cubicBezTo>
                <a:cubicBezTo>
                  <a:pt x="280" y="197"/>
                  <a:pt x="288" y="202"/>
                  <a:pt x="295" y="209"/>
                </a:cubicBezTo>
                <a:cubicBezTo>
                  <a:pt x="302" y="216"/>
                  <a:pt x="307" y="224"/>
                  <a:pt x="311" y="233"/>
                </a:cubicBezTo>
                <a:cubicBezTo>
                  <a:pt x="315" y="242"/>
                  <a:pt x="317" y="252"/>
                  <a:pt x="317" y="262"/>
                </a:cubicBezTo>
                <a:cubicBezTo>
                  <a:pt x="317" y="271"/>
                  <a:pt x="315" y="281"/>
                  <a:pt x="311" y="290"/>
                </a:cubicBezTo>
                <a:cubicBezTo>
                  <a:pt x="307" y="299"/>
                  <a:pt x="302" y="307"/>
                  <a:pt x="295" y="314"/>
                </a:cubicBezTo>
                <a:cubicBezTo>
                  <a:pt x="288" y="321"/>
                  <a:pt x="280" y="327"/>
                  <a:pt x="271" y="330"/>
                </a:cubicBezTo>
                <a:cubicBezTo>
                  <a:pt x="262" y="334"/>
                  <a:pt x="252" y="336"/>
                  <a:pt x="242" y="336"/>
                </a:cubicBezTo>
                <a:cubicBezTo>
                  <a:pt x="232" y="336"/>
                  <a:pt x="223" y="334"/>
                  <a:pt x="214" y="330"/>
                </a:cubicBezTo>
                <a:cubicBezTo>
                  <a:pt x="205" y="327"/>
                  <a:pt x="197" y="321"/>
                  <a:pt x="190" y="314"/>
                </a:cubicBezTo>
                <a:cubicBezTo>
                  <a:pt x="183" y="307"/>
                  <a:pt x="177" y="299"/>
                  <a:pt x="173" y="290"/>
                </a:cubicBezTo>
                <a:cubicBezTo>
                  <a:pt x="170" y="281"/>
                  <a:pt x="168" y="271"/>
                  <a:pt x="168" y="262"/>
                </a:cubicBezTo>
                <a:moveTo>
                  <a:pt x="777" y="765"/>
                </a:moveTo>
                <a:cubicBezTo>
                  <a:pt x="786" y="776"/>
                  <a:pt x="802" y="780"/>
                  <a:pt x="815" y="774"/>
                </a:cubicBezTo>
                <a:cubicBezTo>
                  <a:pt x="824" y="771"/>
                  <a:pt x="832" y="767"/>
                  <a:pt x="839" y="762"/>
                </a:cubicBezTo>
                <a:lnTo>
                  <a:pt x="848" y="758"/>
                </a:lnTo>
                <a:cubicBezTo>
                  <a:pt x="855" y="753"/>
                  <a:pt x="863" y="748"/>
                  <a:pt x="870" y="742"/>
                </a:cubicBezTo>
                <a:cubicBezTo>
                  <a:pt x="882" y="734"/>
                  <a:pt x="886" y="718"/>
                  <a:pt x="881" y="704"/>
                </a:cubicBezTo>
                <a:lnTo>
                  <a:pt x="867" y="660"/>
                </a:lnTo>
                <a:cubicBezTo>
                  <a:pt x="881" y="644"/>
                  <a:pt x="892" y="625"/>
                  <a:pt x="899" y="604"/>
                </a:cubicBezTo>
                <a:lnTo>
                  <a:pt x="945" y="595"/>
                </a:lnTo>
                <a:cubicBezTo>
                  <a:pt x="960" y="592"/>
                  <a:pt x="971" y="581"/>
                  <a:pt x="973" y="566"/>
                </a:cubicBezTo>
                <a:cubicBezTo>
                  <a:pt x="974" y="556"/>
                  <a:pt x="975" y="545"/>
                  <a:pt x="975" y="535"/>
                </a:cubicBezTo>
                <a:cubicBezTo>
                  <a:pt x="975" y="524"/>
                  <a:pt x="974" y="513"/>
                  <a:pt x="973" y="503"/>
                </a:cubicBezTo>
                <a:cubicBezTo>
                  <a:pt x="971" y="488"/>
                  <a:pt x="960" y="477"/>
                  <a:pt x="945" y="474"/>
                </a:cubicBezTo>
                <a:lnTo>
                  <a:pt x="899" y="465"/>
                </a:lnTo>
                <a:cubicBezTo>
                  <a:pt x="892" y="444"/>
                  <a:pt x="881" y="425"/>
                  <a:pt x="867" y="409"/>
                </a:cubicBezTo>
                <a:lnTo>
                  <a:pt x="881" y="365"/>
                </a:lnTo>
                <a:cubicBezTo>
                  <a:pt x="886" y="351"/>
                  <a:pt x="882" y="335"/>
                  <a:pt x="870" y="327"/>
                </a:cubicBezTo>
                <a:cubicBezTo>
                  <a:pt x="863" y="321"/>
                  <a:pt x="855" y="316"/>
                  <a:pt x="848" y="311"/>
                </a:cubicBezTo>
                <a:lnTo>
                  <a:pt x="839" y="307"/>
                </a:lnTo>
                <a:cubicBezTo>
                  <a:pt x="832" y="302"/>
                  <a:pt x="824" y="298"/>
                  <a:pt x="815" y="295"/>
                </a:cubicBezTo>
                <a:cubicBezTo>
                  <a:pt x="802" y="289"/>
                  <a:pt x="786" y="293"/>
                  <a:pt x="777" y="304"/>
                </a:cubicBezTo>
                <a:lnTo>
                  <a:pt x="746" y="339"/>
                </a:lnTo>
                <a:cubicBezTo>
                  <a:pt x="735" y="337"/>
                  <a:pt x="724" y="336"/>
                  <a:pt x="713" y="336"/>
                </a:cubicBezTo>
                <a:cubicBezTo>
                  <a:pt x="702" y="336"/>
                  <a:pt x="692" y="337"/>
                  <a:pt x="681" y="339"/>
                </a:cubicBezTo>
                <a:lnTo>
                  <a:pt x="650" y="304"/>
                </a:lnTo>
                <a:cubicBezTo>
                  <a:pt x="641" y="293"/>
                  <a:pt x="625" y="289"/>
                  <a:pt x="612" y="295"/>
                </a:cubicBezTo>
                <a:cubicBezTo>
                  <a:pt x="603" y="298"/>
                  <a:pt x="595" y="302"/>
                  <a:pt x="587" y="307"/>
                </a:cubicBezTo>
                <a:lnTo>
                  <a:pt x="579" y="311"/>
                </a:lnTo>
                <a:cubicBezTo>
                  <a:pt x="571" y="316"/>
                  <a:pt x="564" y="321"/>
                  <a:pt x="557" y="327"/>
                </a:cubicBezTo>
                <a:cubicBezTo>
                  <a:pt x="545" y="335"/>
                  <a:pt x="541" y="351"/>
                  <a:pt x="546" y="365"/>
                </a:cubicBezTo>
                <a:lnTo>
                  <a:pt x="560" y="409"/>
                </a:lnTo>
                <a:cubicBezTo>
                  <a:pt x="546" y="425"/>
                  <a:pt x="535" y="444"/>
                  <a:pt x="528" y="465"/>
                </a:cubicBezTo>
                <a:lnTo>
                  <a:pt x="483" y="474"/>
                </a:lnTo>
                <a:cubicBezTo>
                  <a:pt x="468" y="477"/>
                  <a:pt x="457" y="488"/>
                  <a:pt x="455" y="503"/>
                </a:cubicBezTo>
                <a:cubicBezTo>
                  <a:pt x="454" y="513"/>
                  <a:pt x="453" y="524"/>
                  <a:pt x="453" y="534"/>
                </a:cubicBezTo>
                <a:cubicBezTo>
                  <a:pt x="453" y="545"/>
                  <a:pt x="454" y="555"/>
                  <a:pt x="455" y="566"/>
                </a:cubicBezTo>
                <a:cubicBezTo>
                  <a:pt x="457" y="580"/>
                  <a:pt x="468" y="592"/>
                  <a:pt x="483" y="595"/>
                </a:cubicBezTo>
                <a:lnTo>
                  <a:pt x="528" y="604"/>
                </a:lnTo>
                <a:cubicBezTo>
                  <a:pt x="535" y="625"/>
                  <a:pt x="546" y="644"/>
                  <a:pt x="560" y="660"/>
                </a:cubicBezTo>
                <a:lnTo>
                  <a:pt x="546" y="704"/>
                </a:lnTo>
                <a:cubicBezTo>
                  <a:pt x="541" y="718"/>
                  <a:pt x="545" y="733"/>
                  <a:pt x="557" y="742"/>
                </a:cubicBezTo>
                <a:cubicBezTo>
                  <a:pt x="564" y="748"/>
                  <a:pt x="571" y="753"/>
                  <a:pt x="579" y="757"/>
                </a:cubicBezTo>
                <a:lnTo>
                  <a:pt x="588" y="762"/>
                </a:lnTo>
                <a:cubicBezTo>
                  <a:pt x="595" y="766"/>
                  <a:pt x="604" y="770"/>
                  <a:pt x="612" y="774"/>
                </a:cubicBezTo>
                <a:cubicBezTo>
                  <a:pt x="625" y="780"/>
                  <a:pt x="641" y="775"/>
                  <a:pt x="651" y="764"/>
                </a:cubicBezTo>
                <a:lnTo>
                  <a:pt x="681" y="730"/>
                </a:lnTo>
                <a:cubicBezTo>
                  <a:pt x="692" y="732"/>
                  <a:pt x="703" y="733"/>
                  <a:pt x="714" y="733"/>
                </a:cubicBezTo>
                <a:cubicBezTo>
                  <a:pt x="725" y="733"/>
                  <a:pt x="735" y="732"/>
                  <a:pt x="746" y="730"/>
                </a:cubicBezTo>
                <a:lnTo>
                  <a:pt x="777" y="764"/>
                </a:lnTo>
                <a:lnTo>
                  <a:pt x="777" y="765"/>
                </a:lnTo>
                <a:moveTo>
                  <a:pt x="713" y="460"/>
                </a:moveTo>
                <a:cubicBezTo>
                  <a:pt x="723" y="460"/>
                  <a:pt x="733" y="462"/>
                  <a:pt x="742" y="466"/>
                </a:cubicBezTo>
                <a:cubicBezTo>
                  <a:pt x="751" y="469"/>
                  <a:pt x="759" y="475"/>
                  <a:pt x="766" y="482"/>
                </a:cubicBezTo>
                <a:cubicBezTo>
                  <a:pt x="773" y="489"/>
                  <a:pt x="778" y="497"/>
                  <a:pt x="782" y="506"/>
                </a:cubicBezTo>
                <a:cubicBezTo>
                  <a:pt x="786" y="515"/>
                  <a:pt x="788" y="525"/>
                  <a:pt x="788" y="534"/>
                </a:cubicBezTo>
                <a:cubicBezTo>
                  <a:pt x="788" y="544"/>
                  <a:pt x="786" y="554"/>
                  <a:pt x="782" y="563"/>
                </a:cubicBezTo>
                <a:cubicBezTo>
                  <a:pt x="778" y="572"/>
                  <a:pt x="773" y="580"/>
                  <a:pt x="766" y="587"/>
                </a:cubicBezTo>
                <a:cubicBezTo>
                  <a:pt x="759" y="594"/>
                  <a:pt x="751" y="599"/>
                  <a:pt x="742" y="603"/>
                </a:cubicBezTo>
                <a:cubicBezTo>
                  <a:pt x="733" y="607"/>
                  <a:pt x="723" y="609"/>
                  <a:pt x="713" y="609"/>
                </a:cubicBezTo>
                <a:cubicBezTo>
                  <a:pt x="704" y="609"/>
                  <a:pt x="694" y="607"/>
                  <a:pt x="685" y="603"/>
                </a:cubicBezTo>
                <a:cubicBezTo>
                  <a:pt x="676" y="599"/>
                  <a:pt x="668" y="594"/>
                  <a:pt x="661" y="587"/>
                </a:cubicBezTo>
                <a:cubicBezTo>
                  <a:pt x="654" y="580"/>
                  <a:pt x="648" y="572"/>
                  <a:pt x="645" y="563"/>
                </a:cubicBezTo>
                <a:cubicBezTo>
                  <a:pt x="641" y="554"/>
                  <a:pt x="639" y="544"/>
                  <a:pt x="639" y="534"/>
                </a:cubicBezTo>
                <a:cubicBezTo>
                  <a:pt x="639" y="525"/>
                  <a:pt x="641" y="515"/>
                  <a:pt x="645" y="506"/>
                </a:cubicBezTo>
                <a:cubicBezTo>
                  <a:pt x="648" y="497"/>
                  <a:pt x="654" y="489"/>
                  <a:pt x="661" y="482"/>
                </a:cubicBezTo>
                <a:cubicBezTo>
                  <a:pt x="668" y="475"/>
                  <a:pt x="676" y="469"/>
                  <a:pt x="685" y="466"/>
                </a:cubicBezTo>
                <a:cubicBezTo>
                  <a:pt x="694" y="462"/>
                  <a:pt x="704" y="460"/>
                  <a:pt x="713" y="460"/>
                </a:cubicBezTo>
                <a:close/>
              </a:path>
            </a:pathLst>
          </a:custGeom>
          <a:solidFill>
            <a:srgbClr val="0A3D6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文本框 285"/>
          <p:cNvSpPr txBox="1"/>
          <p:nvPr/>
        </p:nvSpPr>
        <p:spPr>
          <a:xfrm>
            <a:off x="762120" y="827640"/>
            <a:ext cx="230505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000" b="1" i="0" u="none" strike="noStrike">
                <a:solidFill>
                  <a:srgbClr val="0A3D62"/>
                </a:solidFill>
                <a:effectLst/>
                <a:uFillTx/>
                <a:latin typeface="Inter, sans-serif"/>
                <a:ea typeface="Inter, sans-serif"/>
              </a:rPr>
              <a:t>可行性论证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文本框 286"/>
          <p:cNvSpPr txBox="1"/>
          <p:nvPr/>
        </p:nvSpPr>
        <p:spPr>
          <a:xfrm>
            <a:off x="1600200" y="2245320"/>
            <a:ext cx="138303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1" i="0" u="none" strike="noStrike">
                <a:solidFill>
                  <a:srgbClr val="212529"/>
                </a:solidFill>
                <a:effectLst/>
                <a:uFillTx/>
                <a:latin typeface="Inter, sans-serif"/>
                <a:ea typeface="Inter, sans-serif"/>
              </a:rPr>
              <a:t>技术可行性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文本框 287"/>
          <p:cNvSpPr txBox="1"/>
          <p:nvPr/>
        </p:nvSpPr>
        <p:spPr>
          <a:xfrm>
            <a:off x="1600200" y="2748240"/>
            <a:ext cx="10058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Spring Boot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文本框 288"/>
          <p:cNvSpPr txBox="1"/>
          <p:nvPr/>
        </p:nvSpPr>
        <p:spPr>
          <a:xfrm>
            <a:off x="2396520" y="274464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2548800" y="2748240"/>
            <a:ext cx="274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Vue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文本框 290"/>
          <p:cNvSpPr txBox="1"/>
          <p:nvPr/>
        </p:nvSpPr>
        <p:spPr>
          <a:xfrm>
            <a:off x="2814480" y="2744640"/>
            <a:ext cx="10058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等框架成熟，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3728880" y="2748240"/>
            <a:ext cx="3225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UDP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4050720" y="2744640"/>
            <a:ext cx="426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广播、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4507920" y="2748240"/>
            <a:ext cx="8229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WebSocket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任意多边形: 形状 294"/>
          <p:cNvSpPr/>
          <p:nvPr/>
        </p:nvSpPr>
        <p:spPr>
          <a:xfrm>
            <a:off x="923760" y="3589560"/>
            <a:ext cx="286200" cy="250560"/>
          </a:xfrm>
          <a:custGeom>
            <a:avLst/>
            <a:gdLst/>
            <a:ahLst/>
            <a:cxnLst/>
            <a:rect l="0" t="0" r="r" b="b"/>
            <a:pathLst>
              <a:path w="795" h="696">
                <a:moveTo>
                  <a:pt x="99" y="0"/>
                </a:moveTo>
                <a:cubicBezTo>
                  <a:pt x="44" y="0"/>
                  <a:pt x="0" y="44"/>
                  <a:pt x="0" y="100"/>
                </a:cubicBezTo>
                <a:lnTo>
                  <a:pt x="0" y="199"/>
                </a:lnTo>
                <a:cubicBezTo>
                  <a:pt x="0" y="254"/>
                  <a:pt x="44" y="299"/>
                  <a:pt x="99" y="299"/>
                </a:cubicBezTo>
                <a:lnTo>
                  <a:pt x="695" y="299"/>
                </a:lnTo>
                <a:cubicBezTo>
                  <a:pt x="750" y="299"/>
                  <a:pt x="795" y="254"/>
                  <a:pt x="795" y="199"/>
                </a:cubicBezTo>
                <a:lnTo>
                  <a:pt x="795" y="100"/>
                </a:lnTo>
                <a:cubicBezTo>
                  <a:pt x="795" y="44"/>
                  <a:pt x="750" y="0"/>
                  <a:pt x="695" y="0"/>
                </a:cubicBezTo>
                <a:lnTo>
                  <a:pt x="99" y="0"/>
                </a:lnTo>
                <a:moveTo>
                  <a:pt x="534" y="113"/>
                </a:moveTo>
                <a:cubicBezTo>
                  <a:pt x="539" y="113"/>
                  <a:pt x="544" y="114"/>
                  <a:pt x="548" y="115"/>
                </a:cubicBezTo>
                <a:cubicBezTo>
                  <a:pt x="553" y="117"/>
                  <a:pt x="557" y="120"/>
                  <a:pt x="561" y="124"/>
                </a:cubicBezTo>
                <a:cubicBezTo>
                  <a:pt x="564" y="127"/>
                  <a:pt x="567" y="131"/>
                  <a:pt x="569" y="136"/>
                </a:cubicBezTo>
                <a:cubicBezTo>
                  <a:pt x="571" y="140"/>
                  <a:pt x="571" y="145"/>
                  <a:pt x="571" y="150"/>
                </a:cubicBezTo>
                <a:cubicBezTo>
                  <a:pt x="571" y="155"/>
                  <a:pt x="571" y="159"/>
                  <a:pt x="569" y="164"/>
                </a:cubicBezTo>
                <a:cubicBezTo>
                  <a:pt x="567" y="169"/>
                  <a:pt x="564" y="173"/>
                  <a:pt x="561" y="176"/>
                </a:cubicBezTo>
                <a:cubicBezTo>
                  <a:pt x="557" y="180"/>
                  <a:pt x="553" y="182"/>
                  <a:pt x="548" y="184"/>
                </a:cubicBezTo>
                <a:cubicBezTo>
                  <a:pt x="544" y="186"/>
                  <a:pt x="539" y="187"/>
                  <a:pt x="534" y="187"/>
                </a:cubicBezTo>
                <a:cubicBezTo>
                  <a:pt x="529" y="187"/>
                  <a:pt x="525" y="186"/>
                  <a:pt x="520" y="184"/>
                </a:cubicBezTo>
                <a:cubicBezTo>
                  <a:pt x="515" y="182"/>
                  <a:pt x="511" y="180"/>
                  <a:pt x="508" y="176"/>
                </a:cubicBezTo>
                <a:cubicBezTo>
                  <a:pt x="504" y="173"/>
                  <a:pt x="502" y="169"/>
                  <a:pt x="500" y="164"/>
                </a:cubicBezTo>
                <a:cubicBezTo>
                  <a:pt x="498" y="159"/>
                  <a:pt x="497" y="155"/>
                  <a:pt x="497" y="150"/>
                </a:cubicBezTo>
                <a:cubicBezTo>
                  <a:pt x="497" y="145"/>
                  <a:pt x="498" y="140"/>
                  <a:pt x="500" y="136"/>
                </a:cubicBezTo>
                <a:cubicBezTo>
                  <a:pt x="502" y="131"/>
                  <a:pt x="504" y="127"/>
                  <a:pt x="508" y="124"/>
                </a:cubicBezTo>
                <a:cubicBezTo>
                  <a:pt x="511" y="120"/>
                  <a:pt x="515" y="117"/>
                  <a:pt x="520" y="115"/>
                </a:cubicBezTo>
                <a:cubicBezTo>
                  <a:pt x="525" y="114"/>
                  <a:pt x="529" y="113"/>
                  <a:pt x="534" y="113"/>
                </a:cubicBezTo>
                <a:moveTo>
                  <a:pt x="609" y="150"/>
                </a:moveTo>
                <a:cubicBezTo>
                  <a:pt x="609" y="145"/>
                  <a:pt x="610" y="140"/>
                  <a:pt x="612" y="136"/>
                </a:cubicBezTo>
                <a:cubicBezTo>
                  <a:pt x="613" y="131"/>
                  <a:pt x="616" y="127"/>
                  <a:pt x="620" y="124"/>
                </a:cubicBezTo>
                <a:cubicBezTo>
                  <a:pt x="623" y="120"/>
                  <a:pt x="627" y="117"/>
                  <a:pt x="632" y="115"/>
                </a:cubicBezTo>
                <a:cubicBezTo>
                  <a:pt x="636" y="114"/>
                  <a:pt x="641" y="113"/>
                  <a:pt x="646" y="113"/>
                </a:cubicBezTo>
                <a:cubicBezTo>
                  <a:pt x="651" y="113"/>
                  <a:pt x="656" y="114"/>
                  <a:pt x="660" y="115"/>
                </a:cubicBezTo>
                <a:cubicBezTo>
                  <a:pt x="665" y="117"/>
                  <a:pt x="669" y="120"/>
                  <a:pt x="672" y="124"/>
                </a:cubicBezTo>
                <a:cubicBezTo>
                  <a:pt x="676" y="127"/>
                  <a:pt x="678" y="131"/>
                  <a:pt x="680" y="136"/>
                </a:cubicBezTo>
                <a:cubicBezTo>
                  <a:pt x="682" y="140"/>
                  <a:pt x="683" y="145"/>
                  <a:pt x="683" y="150"/>
                </a:cubicBezTo>
                <a:cubicBezTo>
                  <a:pt x="683" y="155"/>
                  <a:pt x="682" y="159"/>
                  <a:pt x="680" y="164"/>
                </a:cubicBezTo>
                <a:cubicBezTo>
                  <a:pt x="678" y="169"/>
                  <a:pt x="676" y="173"/>
                  <a:pt x="672" y="176"/>
                </a:cubicBezTo>
                <a:cubicBezTo>
                  <a:pt x="669" y="180"/>
                  <a:pt x="665" y="182"/>
                  <a:pt x="660" y="184"/>
                </a:cubicBezTo>
                <a:cubicBezTo>
                  <a:pt x="656" y="186"/>
                  <a:pt x="651" y="187"/>
                  <a:pt x="646" y="187"/>
                </a:cubicBezTo>
                <a:cubicBezTo>
                  <a:pt x="641" y="187"/>
                  <a:pt x="636" y="186"/>
                  <a:pt x="632" y="184"/>
                </a:cubicBezTo>
                <a:cubicBezTo>
                  <a:pt x="627" y="182"/>
                  <a:pt x="623" y="180"/>
                  <a:pt x="620" y="176"/>
                </a:cubicBezTo>
                <a:cubicBezTo>
                  <a:pt x="616" y="173"/>
                  <a:pt x="613" y="169"/>
                  <a:pt x="612" y="164"/>
                </a:cubicBezTo>
                <a:cubicBezTo>
                  <a:pt x="610" y="159"/>
                  <a:pt x="609" y="155"/>
                  <a:pt x="609" y="150"/>
                </a:cubicBezTo>
                <a:moveTo>
                  <a:pt x="99" y="398"/>
                </a:moveTo>
                <a:cubicBezTo>
                  <a:pt x="44" y="398"/>
                  <a:pt x="0" y="442"/>
                  <a:pt x="0" y="497"/>
                </a:cubicBezTo>
                <a:lnTo>
                  <a:pt x="0" y="596"/>
                </a:lnTo>
                <a:cubicBezTo>
                  <a:pt x="0" y="651"/>
                  <a:pt x="44" y="696"/>
                  <a:pt x="99" y="696"/>
                </a:cubicBezTo>
                <a:lnTo>
                  <a:pt x="695" y="696"/>
                </a:lnTo>
                <a:cubicBezTo>
                  <a:pt x="750" y="696"/>
                  <a:pt x="795" y="651"/>
                  <a:pt x="795" y="596"/>
                </a:cubicBezTo>
                <a:lnTo>
                  <a:pt x="795" y="497"/>
                </a:lnTo>
                <a:cubicBezTo>
                  <a:pt x="795" y="442"/>
                  <a:pt x="750" y="398"/>
                  <a:pt x="695" y="398"/>
                </a:cubicBezTo>
                <a:lnTo>
                  <a:pt x="99" y="398"/>
                </a:lnTo>
                <a:moveTo>
                  <a:pt x="534" y="509"/>
                </a:moveTo>
                <a:cubicBezTo>
                  <a:pt x="539" y="509"/>
                  <a:pt x="544" y="510"/>
                  <a:pt x="548" y="512"/>
                </a:cubicBezTo>
                <a:cubicBezTo>
                  <a:pt x="553" y="514"/>
                  <a:pt x="557" y="517"/>
                  <a:pt x="561" y="520"/>
                </a:cubicBezTo>
                <a:cubicBezTo>
                  <a:pt x="564" y="524"/>
                  <a:pt x="567" y="528"/>
                  <a:pt x="569" y="532"/>
                </a:cubicBezTo>
                <a:cubicBezTo>
                  <a:pt x="571" y="537"/>
                  <a:pt x="571" y="542"/>
                  <a:pt x="571" y="547"/>
                </a:cubicBezTo>
                <a:cubicBezTo>
                  <a:pt x="571" y="552"/>
                  <a:pt x="571" y="556"/>
                  <a:pt x="569" y="561"/>
                </a:cubicBezTo>
                <a:cubicBezTo>
                  <a:pt x="567" y="565"/>
                  <a:pt x="564" y="570"/>
                  <a:pt x="561" y="573"/>
                </a:cubicBezTo>
                <a:cubicBezTo>
                  <a:pt x="557" y="576"/>
                  <a:pt x="553" y="579"/>
                  <a:pt x="548" y="581"/>
                </a:cubicBezTo>
                <a:cubicBezTo>
                  <a:pt x="544" y="583"/>
                  <a:pt x="539" y="584"/>
                  <a:pt x="534" y="584"/>
                </a:cubicBezTo>
                <a:cubicBezTo>
                  <a:pt x="529" y="584"/>
                  <a:pt x="525" y="583"/>
                  <a:pt x="520" y="581"/>
                </a:cubicBezTo>
                <a:cubicBezTo>
                  <a:pt x="515" y="579"/>
                  <a:pt x="511" y="576"/>
                  <a:pt x="508" y="573"/>
                </a:cubicBezTo>
                <a:cubicBezTo>
                  <a:pt x="504" y="570"/>
                  <a:pt x="502" y="565"/>
                  <a:pt x="500" y="561"/>
                </a:cubicBezTo>
                <a:cubicBezTo>
                  <a:pt x="498" y="556"/>
                  <a:pt x="497" y="552"/>
                  <a:pt x="497" y="547"/>
                </a:cubicBezTo>
                <a:cubicBezTo>
                  <a:pt x="497" y="542"/>
                  <a:pt x="498" y="537"/>
                  <a:pt x="500" y="532"/>
                </a:cubicBezTo>
                <a:cubicBezTo>
                  <a:pt x="502" y="528"/>
                  <a:pt x="504" y="524"/>
                  <a:pt x="508" y="520"/>
                </a:cubicBezTo>
                <a:cubicBezTo>
                  <a:pt x="511" y="517"/>
                  <a:pt x="515" y="514"/>
                  <a:pt x="520" y="512"/>
                </a:cubicBezTo>
                <a:cubicBezTo>
                  <a:pt x="525" y="510"/>
                  <a:pt x="529" y="509"/>
                  <a:pt x="534" y="509"/>
                </a:cubicBezTo>
                <a:moveTo>
                  <a:pt x="621" y="547"/>
                </a:moveTo>
                <a:cubicBezTo>
                  <a:pt x="621" y="542"/>
                  <a:pt x="622" y="537"/>
                  <a:pt x="624" y="532"/>
                </a:cubicBezTo>
                <a:cubicBezTo>
                  <a:pt x="626" y="528"/>
                  <a:pt x="628" y="524"/>
                  <a:pt x="632" y="520"/>
                </a:cubicBezTo>
                <a:cubicBezTo>
                  <a:pt x="635" y="517"/>
                  <a:pt x="639" y="514"/>
                  <a:pt x="644" y="512"/>
                </a:cubicBezTo>
                <a:cubicBezTo>
                  <a:pt x="649" y="510"/>
                  <a:pt x="653" y="509"/>
                  <a:pt x="658" y="509"/>
                </a:cubicBezTo>
                <a:cubicBezTo>
                  <a:pt x="663" y="509"/>
                  <a:pt x="668" y="510"/>
                  <a:pt x="673" y="512"/>
                </a:cubicBezTo>
                <a:cubicBezTo>
                  <a:pt x="677" y="514"/>
                  <a:pt x="681" y="517"/>
                  <a:pt x="685" y="520"/>
                </a:cubicBezTo>
                <a:cubicBezTo>
                  <a:pt x="688" y="524"/>
                  <a:pt x="691" y="528"/>
                  <a:pt x="693" y="532"/>
                </a:cubicBezTo>
                <a:cubicBezTo>
                  <a:pt x="695" y="537"/>
                  <a:pt x="695" y="542"/>
                  <a:pt x="695" y="547"/>
                </a:cubicBezTo>
                <a:cubicBezTo>
                  <a:pt x="695" y="552"/>
                  <a:pt x="695" y="556"/>
                  <a:pt x="693" y="561"/>
                </a:cubicBezTo>
                <a:cubicBezTo>
                  <a:pt x="691" y="565"/>
                  <a:pt x="688" y="570"/>
                  <a:pt x="685" y="573"/>
                </a:cubicBezTo>
                <a:cubicBezTo>
                  <a:pt x="681" y="576"/>
                  <a:pt x="677" y="579"/>
                  <a:pt x="673" y="581"/>
                </a:cubicBezTo>
                <a:cubicBezTo>
                  <a:pt x="668" y="583"/>
                  <a:pt x="663" y="584"/>
                  <a:pt x="658" y="584"/>
                </a:cubicBezTo>
                <a:cubicBezTo>
                  <a:pt x="653" y="584"/>
                  <a:pt x="649" y="583"/>
                  <a:pt x="644" y="581"/>
                </a:cubicBezTo>
                <a:cubicBezTo>
                  <a:pt x="639" y="579"/>
                  <a:pt x="635" y="576"/>
                  <a:pt x="632" y="573"/>
                </a:cubicBezTo>
                <a:cubicBezTo>
                  <a:pt x="628" y="570"/>
                  <a:pt x="626" y="565"/>
                  <a:pt x="624" y="561"/>
                </a:cubicBezTo>
                <a:cubicBezTo>
                  <a:pt x="622" y="556"/>
                  <a:pt x="621" y="552"/>
                  <a:pt x="621" y="547"/>
                </a:cubicBezTo>
                <a:close/>
              </a:path>
            </a:pathLst>
          </a:custGeom>
          <a:solidFill>
            <a:srgbClr val="0A3D6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5284440" y="2744640"/>
            <a:ext cx="8382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为标准协议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任意多边形: 形状 296"/>
          <p:cNvSpPr/>
          <p:nvPr/>
        </p:nvSpPr>
        <p:spPr>
          <a:xfrm>
            <a:off x="1599840" y="4028760"/>
            <a:ext cx="48240" cy="48240"/>
          </a:xfrm>
          <a:custGeom>
            <a:avLst/>
            <a:gdLst/>
            <a:ahLst/>
            <a:cxnLst/>
            <a:rect l="0" t="0" r="r" b="b"/>
            <a:pathLst>
              <a:path w="134" h="134">
                <a:moveTo>
                  <a:pt x="134" y="67"/>
                </a:moveTo>
                <a:cubicBezTo>
                  <a:pt x="134" y="75"/>
                  <a:pt x="132" y="84"/>
                  <a:pt x="129" y="92"/>
                </a:cubicBezTo>
                <a:cubicBezTo>
                  <a:pt x="125" y="101"/>
                  <a:pt x="121" y="108"/>
                  <a:pt x="114" y="114"/>
                </a:cubicBezTo>
                <a:cubicBezTo>
                  <a:pt x="107" y="120"/>
                  <a:pt x="100" y="125"/>
                  <a:pt x="92" y="129"/>
                </a:cubicBezTo>
                <a:cubicBezTo>
                  <a:pt x="84" y="132"/>
                  <a:pt x="75" y="134"/>
                  <a:pt x="67" y="134"/>
                </a:cubicBezTo>
                <a:cubicBezTo>
                  <a:pt x="58" y="134"/>
                  <a:pt x="49" y="132"/>
                  <a:pt x="41" y="129"/>
                </a:cubicBezTo>
                <a:cubicBezTo>
                  <a:pt x="33" y="125"/>
                  <a:pt x="26" y="120"/>
                  <a:pt x="20" y="114"/>
                </a:cubicBezTo>
                <a:cubicBezTo>
                  <a:pt x="14" y="108"/>
                  <a:pt x="9" y="101"/>
                  <a:pt x="6" y="92"/>
                </a:cubicBezTo>
                <a:cubicBezTo>
                  <a:pt x="2" y="84"/>
                  <a:pt x="0" y="75"/>
                  <a:pt x="0" y="67"/>
                </a:cubicBezTo>
                <a:cubicBezTo>
                  <a:pt x="0" y="58"/>
                  <a:pt x="2" y="49"/>
                  <a:pt x="6" y="41"/>
                </a:cubicBezTo>
                <a:cubicBezTo>
                  <a:pt x="9" y="33"/>
                  <a:pt x="14" y="26"/>
                  <a:pt x="20" y="20"/>
                </a:cubicBezTo>
                <a:cubicBezTo>
                  <a:pt x="26" y="14"/>
                  <a:pt x="33" y="9"/>
                  <a:pt x="41" y="5"/>
                </a:cubicBezTo>
                <a:cubicBezTo>
                  <a:pt x="49" y="2"/>
                  <a:pt x="58" y="0"/>
                  <a:pt x="67" y="0"/>
                </a:cubicBezTo>
                <a:cubicBezTo>
                  <a:pt x="75" y="0"/>
                  <a:pt x="84" y="2"/>
                  <a:pt x="92" y="5"/>
                </a:cubicBezTo>
                <a:cubicBezTo>
                  <a:pt x="100" y="9"/>
                  <a:pt x="107" y="14"/>
                  <a:pt x="114" y="20"/>
                </a:cubicBezTo>
                <a:cubicBezTo>
                  <a:pt x="121" y="26"/>
                  <a:pt x="125" y="33"/>
                  <a:pt x="129" y="41"/>
                </a:cubicBezTo>
                <a:cubicBezTo>
                  <a:pt x="132" y="49"/>
                  <a:pt x="134" y="58"/>
                  <a:pt x="134" y="67"/>
                </a:cubicBezTo>
                <a:close/>
              </a:path>
            </a:pathLst>
          </a:custGeom>
          <a:solidFill>
            <a:srgbClr val="6C757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1600200" y="3454920"/>
            <a:ext cx="138303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1" i="0" u="none" strike="noStrike">
                <a:solidFill>
                  <a:srgbClr val="212529"/>
                </a:solidFill>
                <a:effectLst/>
                <a:uFillTx/>
                <a:latin typeface="Inter, sans-serif"/>
                <a:ea typeface="Inter, sans-serif"/>
              </a:rPr>
              <a:t>环境可行性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文本框 298"/>
          <p:cNvSpPr txBox="1"/>
          <p:nvPr/>
        </p:nvSpPr>
        <p:spPr>
          <a:xfrm>
            <a:off x="1809720" y="3954240"/>
            <a:ext cx="1173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开发环境：普通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文本框 299"/>
          <p:cNvSpPr txBox="1"/>
          <p:nvPr/>
        </p:nvSpPr>
        <p:spPr>
          <a:xfrm>
            <a:off x="2876400" y="3957840"/>
            <a:ext cx="2124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PC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文本框 300"/>
          <p:cNvSpPr txBox="1"/>
          <p:nvPr/>
        </p:nvSpPr>
        <p:spPr>
          <a:xfrm>
            <a:off x="3088080" y="3954240"/>
            <a:ext cx="335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安装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文本框 301"/>
          <p:cNvSpPr txBox="1"/>
          <p:nvPr/>
        </p:nvSpPr>
        <p:spPr>
          <a:xfrm>
            <a:off x="3393000" y="3957840"/>
            <a:ext cx="2887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JDK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文本框 302"/>
          <p:cNvSpPr txBox="1"/>
          <p:nvPr/>
        </p:nvSpPr>
        <p:spPr>
          <a:xfrm>
            <a:off x="3681000" y="395424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文本框 303"/>
          <p:cNvSpPr txBox="1"/>
          <p:nvPr/>
        </p:nvSpPr>
        <p:spPr>
          <a:xfrm>
            <a:off x="3833280" y="3957840"/>
            <a:ext cx="548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Docker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文本框 304"/>
          <p:cNvSpPr txBox="1"/>
          <p:nvPr/>
        </p:nvSpPr>
        <p:spPr>
          <a:xfrm>
            <a:off x="4316040" y="395424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任意多边形: 形状 305"/>
          <p:cNvSpPr/>
          <p:nvPr/>
        </p:nvSpPr>
        <p:spPr>
          <a:xfrm>
            <a:off x="1599840" y="4362120"/>
            <a:ext cx="48240" cy="48240"/>
          </a:xfrm>
          <a:custGeom>
            <a:avLst/>
            <a:gdLst/>
            <a:ahLst/>
            <a:cxnLst/>
            <a:rect l="0" t="0" r="r" b="b"/>
            <a:pathLst>
              <a:path w="134" h="134">
                <a:moveTo>
                  <a:pt x="134" y="67"/>
                </a:moveTo>
                <a:cubicBezTo>
                  <a:pt x="134" y="75"/>
                  <a:pt x="132" y="84"/>
                  <a:pt x="129" y="92"/>
                </a:cubicBezTo>
                <a:cubicBezTo>
                  <a:pt x="125" y="101"/>
                  <a:pt x="121" y="108"/>
                  <a:pt x="114" y="114"/>
                </a:cubicBezTo>
                <a:cubicBezTo>
                  <a:pt x="107" y="121"/>
                  <a:pt x="100" y="125"/>
                  <a:pt x="92" y="129"/>
                </a:cubicBezTo>
                <a:cubicBezTo>
                  <a:pt x="84" y="132"/>
                  <a:pt x="75" y="134"/>
                  <a:pt x="67" y="134"/>
                </a:cubicBezTo>
                <a:cubicBezTo>
                  <a:pt x="58" y="134"/>
                  <a:pt x="49" y="132"/>
                  <a:pt x="41" y="129"/>
                </a:cubicBezTo>
                <a:cubicBezTo>
                  <a:pt x="33" y="125"/>
                  <a:pt x="26" y="121"/>
                  <a:pt x="20" y="114"/>
                </a:cubicBezTo>
                <a:cubicBezTo>
                  <a:pt x="14" y="108"/>
                  <a:pt x="9" y="101"/>
                  <a:pt x="6" y="92"/>
                </a:cubicBezTo>
                <a:cubicBezTo>
                  <a:pt x="2" y="84"/>
                  <a:pt x="0" y="75"/>
                  <a:pt x="0" y="67"/>
                </a:cubicBezTo>
                <a:cubicBezTo>
                  <a:pt x="0" y="58"/>
                  <a:pt x="2" y="49"/>
                  <a:pt x="6" y="41"/>
                </a:cubicBezTo>
                <a:cubicBezTo>
                  <a:pt x="9" y="33"/>
                  <a:pt x="14" y="26"/>
                  <a:pt x="20" y="20"/>
                </a:cubicBezTo>
                <a:cubicBezTo>
                  <a:pt x="26" y="14"/>
                  <a:pt x="33" y="9"/>
                  <a:pt x="41" y="5"/>
                </a:cubicBezTo>
                <a:cubicBezTo>
                  <a:pt x="49" y="2"/>
                  <a:pt x="58" y="0"/>
                  <a:pt x="67" y="0"/>
                </a:cubicBezTo>
                <a:cubicBezTo>
                  <a:pt x="75" y="0"/>
                  <a:pt x="84" y="2"/>
                  <a:pt x="92" y="5"/>
                </a:cubicBezTo>
                <a:cubicBezTo>
                  <a:pt x="100" y="9"/>
                  <a:pt x="107" y="14"/>
                  <a:pt x="114" y="20"/>
                </a:cubicBezTo>
                <a:cubicBezTo>
                  <a:pt x="121" y="26"/>
                  <a:pt x="125" y="33"/>
                  <a:pt x="129" y="41"/>
                </a:cubicBezTo>
                <a:cubicBezTo>
                  <a:pt x="132" y="49"/>
                  <a:pt x="134" y="58"/>
                  <a:pt x="134" y="67"/>
                </a:cubicBezTo>
                <a:close/>
              </a:path>
            </a:pathLst>
          </a:custGeom>
          <a:solidFill>
            <a:srgbClr val="6C757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文本框 306"/>
          <p:cNvSpPr txBox="1"/>
          <p:nvPr/>
        </p:nvSpPr>
        <p:spPr>
          <a:xfrm>
            <a:off x="4468320" y="3957840"/>
            <a:ext cx="274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IDE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1809720" y="4287600"/>
            <a:ext cx="7620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测试环境：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2571840" y="4291200"/>
            <a:ext cx="548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Docker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任意多边形: 形状 309"/>
          <p:cNvSpPr/>
          <p:nvPr/>
        </p:nvSpPr>
        <p:spPr>
          <a:xfrm>
            <a:off x="942840" y="5114880"/>
            <a:ext cx="250200" cy="286200"/>
          </a:xfrm>
          <a:custGeom>
            <a:avLst/>
            <a:gdLst/>
            <a:ahLst/>
            <a:cxnLst/>
            <a:rect l="0" t="0" r="r" b="b"/>
            <a:pathLst>
              <a:path w="695" h="795">
                <a:moveTo>
                  <a:pt x="340" y="1"/>
                </a:moveTo>
                <a:cubicBezTo>
                  <a:pt x="345" y="0"/>
                  <a:pt x="350" y="0"/>
                  <a:pt x="354" y="1"/>
                </a:cubicBezTo>
                <a:lnTo>
                  <a:pt x="665" y="63"/>
                </a:lnTo>
                <a:cubicBezTo>
                  <a:pt x="683" y="67"/>
                  <a:pt x="695" y="82"/>
                  <a:pt x="695" y="100"/>
                </a:cubicBezTo>
                <a:cubicBezTo>
                  <a:pt x="695" y="118"/>
                  <a:pt x="683" y="133"/>
                  <a:pt x="665" y="136"/>
                </a:cubicBezTo>
                <a:lnTo>
                  <a:pt x="547" y="160"/>
                </a:lnTo>
                <a:lnTo>
                  <a:pt x="547" y="249"/>
                </a:lnTo>
                <a:cubicBezTo>
                  <a:pt x="547" y="358"/>
                  <a:pt x="457" y="447"/>
                  <a:pt x="347" y="447"/>
                </a:cubicBezTo>
                <a:cubicBezTo>
                  <a:pt x="238" y="447"/>
                  <a:pt x="149" y="358"/>
                  <a:pt x="149" y="249"/>
                </a:cubicBezTo>
                <a:lnTo>
                  <a:pt x="149" y="160"/>
                </a:lnTo>
                <a:lnTo>
                  <a:pt x="74" y="145"/>
                </a:lnTo>
                <a:lnTo>
                  <a:pt x="74" y="246"/>
                </a:lnTo>
                <a:lnTo>
                  <a:pt x="99" y="368"/>
                </a:lnTo>
                <a:cubicBezTo>
                  <a:pt x="100" y="375"/>
                  <a:pt x="98" y="383"/>
                  <a:pt x="94" y="388"/>
                </a:cubicBezTo>
                <a:cubicBezTo>
                  <a:pt x="89" y="394"/>
                  <a:pt x="82" y="397"/>
                  <a:pt x="74" y="397"/>
                </a:cubicBezTo>
                <a:lnTo>
                  <a:pt x="25" y="397"/>
                </a:lnTo>
                <a:cubicBezTo>
                  <a:pt x="17" y="397"/>
                  <a:pt x="10" y="394"/>
                  <a:pt x="5" y="388"/>
                </a:cubicBezTo>
                <a:cubicBezTo>
                  <a:pt x="1" y="382"/>
                  <a:pt x="-1" y="375"/>
                  <a:pt x="0" y="368"/>
                </a:cubicBezTo>
                <a:lnTo>
                  <a:pt x="25" y="246"/>
                </a:lnTo>
                <a:lnTo>
                  <a:pt x="25" y="135"/>
                </a:lnTo>
                <a:cubicBezTo>
                  <a:pt x="10" y="130"/>
                  <a:pt x="0" y="116"/>
                  <a:pt x="0" y="100"/>
                </a:cubicBezTo>
                <a:cubicBezTo>
                  <a:pt x="0" y="82"/>
                  <a:pt x="12" y="67"/>
                  <a:pt x="30" y="63"/>
                </a:cubicBezTo>
                <a:lnTo>
                  <a:pt x="340" y="1"/>
                </a:lnTo>
                <a:moveTo>
                  <a:pt x="173" y="510"/>
                </a:moveTo>
                <a:cubicBezTo>
                  <a:pt x="190" y="504"/>
                  <a:pt x="207" y="510"/>
                  <a:pt x="219" y="523"/>
                </a:cubicBezTo>
                <a:lnTo>
                  <a:pt x="329" y="640"/>
                </a:lnTo>
                <a:cubicBezTo>
                  <a:pt x="339" y="650"/>
                  <a:pt x="355" y="650"/>
                  <a:pt x="365" y="640"/>
                </a:cubicBezTo>
                <a:lnTo>
                  <a:pt x="475" y="523"/>
                </a:lnTo>
                <a:cubicBezTo>
                  <a:pt x="487" y="510"/>
                  <a:pt x="504" y="504"/>
                  <a:pt x="522" y="510"/>
                </a:cubicBezTo>
                <a:cubicBezTo>
                  <a:pt x="623" y="542"/>
                  <a:pt x="695" y="636"/>
                  <a:pt x="695" y="748"/>
                </a:cubicBezTo>
                <a:cubicBezTo>
                  <a:pt x="695" y="774"/>
                  <a:pt x="674" y="795"/>
                  <a:pt x="648" y="795"/>
                </a:cubicBezTo>
                <a:lnTo>
                  <a:pt x="47" y="795"/>
                </a:lnTo>
                <a:cubicBezTo>
                  <a:pt x="21" y="795"/>
                  <a:pt x="0" y="774"/>
                  <a:pt x="0" y="748"/>
                </a:cubicBezTo>
                <a:cubicBezTo>
                  <a:pt x="0" y="636"/>
                  <a:pt x="73" y="542"/>
                  <a:pt x="173" y="510"/>
                </a:cubicBezTo>
                <a:close/>
              </a:path>
            </a:pathLst>
          </a:custGeom>
          <a:solidFill>
            <a:srgbClr val="0A3D6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文本框 310"/>
          <p:cNvSpPr txBox="1"/>
          <p:nvPr/>
        </p:nvSpPr>
        <p:spPr>
          <a:xfrm>
            <a:off x="3054600" y="4287600"/>
            <a:ext cx="1508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容器模拟多探针节点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文本框 311"/>
          <p:cNvSpPr txBox="1"/>
          <p:nvPr/>
        </p:nvSpPr>
        <p:spPr>
          <a:xfrm>
            <a:off x="1600200" y="4997880"/>
            <a:ext cx="1005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i="0" u="none" strike="noStrike">
                <a:solidFill>
                  <a:srgbClr val="212529"/>
                </a:solidFill>
                <a:effectLst/>
                <a:uFillTx/>
                <a:latin typeface="Inter, sans-serif"/>
                <a:ea typeface="Inter, sans-serif"/>
              </a:rPr>
              <a:t>能力基础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文本框 312"/>
          <p:cNvSpPr txBox="1"/>
          <p:nvPr/>
        </p:nvSpPr>
        <p:spPr>
          <a:xfrm>
            <a:off x="1600200" y="5497200"/>
            <a:ext cx="335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具备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文本框 313"/>
          <p:cNvSpPr txBox="1"/>
          <p:nvPr/>
        </p:nvSpPr>
        <p:spPr>
          <a:xfrm>
            <a:off x="1905120" y="5500800"/>
            <a:ext cx="7315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Java Web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文本框 314"/>
          <p:cNvSpPr txBox="1"/>
          <p:nvPr/>
        </p:nvSpPr>
        <p:spPr>
          <a:xfrm>
            <a:off x="2579760" y="5497200"/>
            <a:ext cx="33528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开发、计算机网络等课程基础，掌握多线程与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文本框 315"/>
          <p:cNvSpPr txBox="1"/>
          <p:nvPr/>
        </p:nvSpPr>
        <p:spPr>
          <a:xfrm>
            <a:off x="5627880" y="5500800"/>
            <a:ext cx="548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Socket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文本框 316"/>
          <p:cNvSpPr txBox="1"/>
          <p:nvPr/>
        </p:nvSpPr>
        <p:spPr>
          <a:xfrm>
            <a:off x="6093720" y="5497200"/>
            <a:ext cx="335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6C757D"/>
                </a:solidFill>
                <a:effectLst/>
                <a:uFillTx/>
                <a:latin typeface="Inter, sans-serif"/>
                <a:ea typeface="Inter, sans-serif"/>
              </a:rPr>
              <a:t>通信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任意多边形: 形状 3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9" name="图片 318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0" name="图片 319"/>
          <p:cNvPicPr/>
          <p:nvPr/>
        </p:nvPicPr>
        <p:blipFill>
          <a:blip r:embed="rId3"/>
          <a:stretch/>
        </p:blipFill>
        <p:spPr>
          <a:xfrm>
            <a:off x="10477440" y="5381640"/>
            <a:ext cx="1904760" cy="14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1" name="任意多边形: 形状 320"/>
          <p:cNvSpPr/>
          <p:nvPr/>
        </p:nvSpPr>
        <p:spPr>
          <a:xfrm>
            <a:off x="5714640" y="1504800"/>
            <a:ext cx="762480" cy="38520"/>
          </a:xfrm>
          <a:custGeom>
            <a:avLst/>
            <a:gdLst/>
            <a:ahLst/>
            <a:cxnLst/>
            <a:rect l="0" t="0" r="r" b="b"/>
            <a:pathLst>
              <a:path w="2118" h="107">
                <a:moveTo>
                  <a:pt x="0" y="53"/>
                </a:moveTo>
                <a:cubicBezTo>
                  <a:pt x="0" y="46"/>
                  <a:pt x="2" y="39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4" y="0"/>
                </a:lnTo>
                <a:cubicBezTo>
                  <a:pt x="2071" y="0"/>
                  <a:pt x="2078" y="1"/>
                  <a:pt x="2084" y="4"/>
                </a:cubicBezTo>
                <a:cubicBezTo>
                  <a:pt x="2091" y="7"/>
                  <a:pt x="2097" y="10"/>
                  <a:pt x="2102" y="15"/>
                </a:cubicBezTo>
                <a:cubicBezTo>
                  <a:pt x="2107" y="20"/>
                  <a:pt x="2110" y="26"/>
                  <a:pt x="2114" y="33"/>
                </a:cubicBezTo>
                <a:cubicBezTo>
                  <a:pt x="2117" y="39"/>
                  <a:pt x="2118" y="46"/>
                  <a:pt x="2118" y="53"/>
                </a:cubicBezTo>
                <a:cubicBezTo>
                  <a:pt x="2118" y="60"/>
                  <a:pt x="2117" y="67"/>
                  <a:pt x="2114" y="74"/>
                </a:cubicBezTo>
                <a:cubicBezTo>
                  <a:pt x="2110" y="81"/>
                  <a:pt x="2107" y="86"/>
                  <a:pt x="2102" y="91"/>
                </a:cubicBezTo>
                <a:cubicBezTo>
                  <a:pt x="2097" y="96"/>
                  <a:pt x="2091" y="100"/>
                  <a:pt x="2084" y="103"/>
                </a:cubicBezTo>
                <a:cubicBezTo>
                  <a:pt x="2078" y="105"/>
                  <a:pt x="2071" y="107"/>
                  <a:pt x="2064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1"/>
                  <a:pt x="5" y="74"/>
                </a:cubicBezTo>
                <a:cubicBezTo>
                  <a:pt x="2" y="67"/>
                  <a:pt x="0" y="60"/>
                  <a:pt x="0" y="53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文本框 321"/>
          <p:cNvSpPr txBox="1"/>
          <p:nvPr/>
        </p:nvSpPr>
        <p:spPr>
          <a:xfrm>
            <a:off x="5067000" y="815400"/>
            <a:ext cx="2489454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700" b="1" i="0" u="none" strike="noStrike">
                <a:solidFill>
                  <a:srgbClr val="0A3D62"/>
                </a:solidFill>
                <a:effectLst/>
                <a:uFillTx/>
                <a:latin typeface="Noto Sans SC"/>
                <a:ea typeface="Noto Sans SC"/>
              </a:rPr>
              <a:t>主要参考文献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文本框 322"/>
          <p:cNvSpPr txBox="1"/>
          <p:nvPr/>
        </p:nvSpPr>
        <p:spPr>
          <a:xfrm>
            <a:off x="5524560" y="2680560"/>
            <a:ext cx="12573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i="0" u="none" strike="noStrike">
                <a:solidFill>
                  <a:srgbClr val="6C757D"/>
                </a:solidFill>
                <a:effectLst/>
                <a:uFillTx/>
                <a:latin typeface="Noto Sans SC"/>
                <a:ea typeface="Noto Sans SC"/>
              </a:rPr>
              <a:t>部分参考文献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文本框 323"/>
          <p:cNvSpPr txBox="1"/>
          <p:nvPr/>
        </p:nvSpPr>
        <p:spPr>
          <a:xfrm>
            <a:off x="1828800" y="3302280"/>
            <a:ext cx="339471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01.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文本框 324"/>
          <p:cNvSpPr txBox="1"/>
          <p:nvPr/>
        </p:nvSpPr>
        <p:spPr>
          <a:xfrm>
            <a:off x="2219760" y="3272040"/>
            <a:ext cx="1828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Walls C. Spring Boot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文本框 325"/>
          <p:cNvSpPr txBox="1"/>
          <p:nvPr/>
        </p:nvSpPr>
        <p:spPr>
          <a:xfrm>
            <a:off x="3619800" y="3268440"/>
            <a:ext cx="335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实战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文本框 326"/>
          <p:cNvSpPr txBox="1"/>
          <p:nvPr/>
        </p:nvSpPr>
        <p:spPr>
          <a:xfrm>
            <a:off x="3924720" y="3272040"/>
            <a:ext cx="3657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[M].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文本框 327"/>
          <p:cNvSpPr txBox="1"/>
          <p:nvPr/>
        </p:nvSpPr>
        <p:spPr>
          <a:xfrm>
            <a:off x="4221000" y="3268440"/>
            <a:ext cx="1173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人⺠邮电出版社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文本框 328"/>
          <p:cNvSpPr txBox="1"/>
          <p:nvPr/>
        </p:nvSpPr>
        <p:spPr>
          <a:xfrm>
            <a:off x="5288040" y="3272040"/>
            <a:ext cx="6400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, 2016.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文本框 329"/>
          <p:cNvSpPr txBox="1"/>
          <p:nvPr/>
        </p:nvSpPr>
        <p:spPr>
          <a:xfrm>
            <a:off x="1828800" y="3835800"/>
            <a:ext cx="339471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02.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文本框 330"/>
          <p:cNvSpPr txBox="1"/>
          <p:nvPr/>
        </p:nvSpPr>
        <p:spPr>
          <a:xfrm>
            <a:off x="2219760" y="3805560"/>
            <a:ext cx="6309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Maurer N, Wolfthal M. Netty in Action[M]. Manning Publications, 2015.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文本框 331"/>
          <p:cNvSpPr txBox="1"/>
          <p:nvPr/>
        </p:nvSpPr>
        <p:spPr>
          <a:xfrm>
            <a:off x="1828800" y="4369320"/>
            <a:ext cx="339471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03.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文本框 332"/>
          <p:cNvSpPr txBox="1"/>
          <p:nvPr/>
        </p:nvSpPr>
        <p:spPr>
          <a:xfrm>
            <a:off x="2219760" y="4335480"/>
            <a:ext cx="426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⻩邦伟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文本框 333"/>
          <p:cNvSpPr txBox="1"/>
          <p:nvPr/>
        </p:nvSpPr>
        <p:spPr>
          <a:xfrm>
            <a:off x="2676960" y="4338720"/>
            <a:ext cx="7315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. Vue.js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文本框 334"/>
          <p:cNvSpPr txBox="1"/>
          <p:nvPr/>
        </p:nvSpPr>
        <p:spPr>
          <a:xfrm>
            <a:off x="3221640" y="4335480"/>
            <a:ext cx="10058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前端开发实战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4136040" y="4338720"/>
            <a:ext cx="3657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[M].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文本框 336"/>
          <p:cNvSpPr txBox="1"/>
          <p:nvPr/>
        </p:nvSpPr>
        <p:spPr>
          <a:xfrm>
            <a:off x="4432320" y="4335480"/>
            <a:ext cx="1173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清华大学出版社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文本框 337"/>
          <p:cNvSpPr txBox="1"/>
          <p:nvPr/>
        </p:nvSpPr>
        <p:spPr>
          <a:xfrm>
            <a:off x="5499360" y="4338720"/>
            <a:ext cx="6400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, 2019.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文本框 338"/>
          <p:cNvSpPr txBox="1"/>
          <p:nvPr/>
        </p:nvSpPr>
        <p:spPr>
          <a:xfrm>
            <a:off x="1828800" y="4902480"/>
            <a:ext cx="339471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04.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文本框 339"/>
          <p:cNvSpPr txBox="1"/>
          <p:nvPr/>
        </p:nvSpPr>
        <p:spPr>
          <a:xfrm>
            <a:off x="2219760" y="4868640"/>
            <a:ext cx="670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罗军舟等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文本框 340"/>
          <p:cNvSpPr txBox="1"/>
          <p:nvPr/>
        </p:nvSpPr>
        <p:spPr>
          <a:xfrm>
            <a:off x="2829240" y="487224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文本框 341"/>
          <p:cNvSpPr txBox="1"/>
          <p:nvPr/>
        </p:nvSpPr>
        <p:spPr>
          <a:xfrm>
            <a:off x="2913840" y="4868640"/>
            <a:ext cx="670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边缘计算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文本框 342"/>
          <p:cNvSpPr txBox="1"/>
          <p:nvPr/>
        </p:nvSpPr>
        <p:spPr>
          <a:xfrm>
            <a:off x="3523680" y="487224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文本框 343"/>
          <p:cNvSpPr txBox="1"/>
          <p:nvPr/>
        </p:nvSpPr>
        <p:spPr>
          <a:xfrm>
            <a:off x="3608280" y="4868640"/>
            <a:ext cx="2179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万物互联时代的新型计算模型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文本框 344"/>
          <p:cNvSpPr txBox="1"/>
          <p:nvPr/>
        </p:nvSpPr>
        <p:spPr>
          <a:xfrm>
            <a:off x="5589360" y="4872240"/>
            <a:ext cx="3657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[J].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文本框 345"/>
          <p:cNvSpPr txBox="1"/>
          <p:nvPr/>
        </p:nvSpPr>
        <p:spPr>
          <a:xfrm>
            <a:off x="5834880" y="4868640"/>
            <a:ext cx="13411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计算机科学与探索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文本框 346"/>
          <p:cNvSpPr txBox="1"/>
          <p:nvPr/>
        </p:nvSpPr>
        <p:spPr>
          <a:xfrm>
            <a:off x="7054200" y="4872240"/>
            <a:ext cx="6400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, 2019.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文本框 347"/>
          <p:cNvSpPr txBox="1"/>
          <p:nvPr/>
        </p:nvSpPr>
        <p:spPr>
          <a:xfrm>
            <a:off x="1828800" y="5436000"/>
            <a:ext cx="339471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1" i="0" u="none" strike="noStrike">
                <a:solidFill>
                  <a:srgbClr val="3C6E71"/>
                </a:solidFill>
                <a:effectLst/>
                <a:uFillTx/>
                <a:latin typeface="Noto Sans SC"/>
                <a:ea typeface="Noto Sans SC"/>
              </a:rPr>
              <a:t>05.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文本框 348"/>
          <p:cNvSpPr txBox="1"/>
          <p:nvPr/>
        </p:nvSpPr>
        <p:spPr>
          <a:xfrm>
            <a:off x="2219760" y="5405760"/>
            <a:ext cx="8595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i="0" u="none" strike="noStrike">
                <a:solidFill>
                  <a:srgbClr val="212529"/>
                </a:solidFill>
                <a:effectLst/>
                <a:uFillTx/>
                <a:latin typeface="Noto Sans SC"/>
                <a:ea typeface="Noto Sans SC"/>
              </a:rPr>
              <a:t>Pressman R S. Software Engineering: A Practitioner's Approach[M]. McGraw-Hill Education, 2014.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任意多边形: 形状 3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1" name="图片 350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2" name="图片 351"/>
          <p:cNvPicPr/>
          <p:nvPr/>
        </p:nvPicPr>
        <p:blipFill>
          <a:blip r:embed="rId3"/>
          <a:stretch/>
        </p:blipFill>
        <p:spPr>
          <a:xfrm>
            <a:off x="10477440" y="5381640"/>
            <a:ext cx="1904760" cy="14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任意多边形: 形状 352"/>
          <p:cNvSpPr/>
          <p:nvPr/>
        </p:nvSpPr>
        <p:spPr>
          <a:xfrm>
            <a:off x="304560" y="1104840"/>
            <a:ext cx="762480" cy="38160"/>
          </a:xfrm>
          <a:custGeom>
            <a:avLst/>
            <a:gdLst/>
            <a:ahLst/>
            <a:cxnLst/>
            <a:rect l="0" t="0" r="r" b="b"/>
            <a:pathLst>
              <a:path w="2118" h="106">
                <a:moveTo>
                  <a:pt x="0" y="54"/>
                </a:moveTo>
                <a:cubicBezTo>
                  <a:pt x="0" y="47"/>
                  <a:pt x="2" y="40"/>
                  <a:pt x="4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6"/>
                  <a:pt x="2097" y="10"/>
                  <a:pt x="2102" y="15"/>
                </a:cubicBezTo>
                <a:cubicBezTo>
                  <a:pt x="2107" y="20"/>
                  <a:pt x="2111" y="26"/>
                  <a:pt x="2114" y="33"/>
                </a:cubicBezTo>
                <a:cubicBezTo>
                  <a:pt x="2116" y="40"/>
                  <a:pt x="2118" y="47"/>
                  <a:pt x="2118" y="54"/>
                </a:cubicBezTo>
                <a:cubicBezTo>
                  <a:pt x="2118" y="61"/>
                  <a:pt x="2116" y="67"/>
                  <a:pt x="2114" y="74"/>
                </a:cubicBezTo>
                <a:cubicBezTo>
                  <a:pt x="2111" y="80"/>
                  <a:pt x="2107" y="86"/>
                  <a:pt x="2102" y="91"/>
                </a:cubicBezTo>
                <a:cubicBezTo>
                  <a:pt x="2097" y="96"/>
                  <a:pt x="2092" y="100"/>
                  <a:pt x="2085" y="102"/>
                </a:cubicBezTo>
                <a:cubicBezTo>
                  <a:pt x="2079" y="105"/>
                  <a:pt x="2072" y="106"/>
                  <a:pt x="2065" y="106"/>
                </a:cubicBezTo>
                <a:lnTo>
                  <a:pt x="53" y="106"/>
                </a:lnTo>
                <a:cubicBezTo>
                  <a:pt x="46" y="106"/>
                  <a:pt x="39" y="105"/>
                  <a:pt x="33" y="102"/>
                </a:cubicBezTo>
                <a:cubicBezTo>
                  <a:pt x="26" y="100"/>
                  <a:pt x="21" y="96"/>
                  <a:pt x="16" y="91"/>
                </a:cubicBezTo>
                <a:cubicBezTo>
                  <a:pt x="11" y="86"/>
                  <a:pt x="7" y="80"/>
                  <a:pt x="4" y="74"/>
                </a:cubicBezTo>
                <a:cubicBezTo>
                  <a:pt x="2" y="67"/>
                  <a:pt x="0" y="61"/>
                  <a:pt x="0" y="54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任意多边形: 形状 353"/>
          <p:cNvSpPr/>
          <p:nvPr/>
        </p:nvSpPr>
        <p:spPr>
          <a:xfrm>
            <a:off x="309240" y="1376280"/>
            <a:ext cx="11573280" cy="4743720"/>
          </a:xfrm>
          <a:custGeom>
            <a:avLst/>
            <a:gdLst/>
            <a:ahLst/>
            <a:cxnLst/>
            <a:rect l="0" t="0" r="r" b="b"/>
            <a:pathLst>
              <a:path w="32148" h="13177">
                <a:moveTo>
                  <a:pt x="0" y="12979"/>
                </a:moveTo>
                <a:lnTo>
                  <a:pt x="0" y="198"/>
                </a:lnTo>
                <a:cubicBezTo>
                  <a:pt x="0" y="185"/>
                  <a:pt x="2" y="172"/>
                  <a:pt x="4" y="159"/>
                </a:cubicBezTo>
                <a:cubicBezTo>
                  <a:pt x="7" y="147"/>
                  <a:pt x="11" y="134"/>
                  <a:pt x="16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31950" y="0"/>
                </a:lnTo>
                <a:cubicBezTo>
                  <a:pt x="31963" y="0"/>
                  <a:pt x="31976" y="1"/>
                  <a:pt x="31989" y="4"/>
                </a:cubicBezTo>
                <a:cubicBezTo>
                  <a:pt x="32001" y="6"/>
                  <a:pt x="32014" y="10"/>
                  <a:pt x="32026" y="15"/>
                </a:cubicBezTo>
                <a:cubicBezTo>
                  <a:pt x="32038" y="20"/>
                  <a:pt x="32049" y="26"/>
                  <a:pt x="32060" y="33"/>
                </a:cubicBezTo>
                <a:cubicBezTo>
                  <a:pt x="32071" y="40"/>
                  <a:pt x="32081" y="49"/>
                  <a:pt x="32090" y="58"/>
                </a:cubicBezTo>
                <a:cubicBezTo>
                  <a:pt x="32099" y="67"/>
                  <a:pt x="32108" y="77"/>
                  <a:pt x="32115" y="88"/>
                </a:cubicBezTo>
                <a:cubicBezTo>
                  <a:pt x="32122" y="99"/>
                  <a:pt x="32128" y="110"/>
                  <a:pt x="32133" y="122"/>
                </a:cubicBezTo>
                <a:cubicBezTo>
                  <a:pt x="32138" y="134"/>
                  <a:pt x="32142" y="147"/>
                  <a:pt x="32144" y="159"/>
                </a:cubicBezTo>
                <a:cubicBezTo>
                  <a:pt x="32147" y="172"/>
                  <a:pt x="32148" y="185"/>
                  <a:pt x="32148" y="198"/>
                </a:cubicBezTo>
                <a:lnTo>
                  <a:pt x="32148" y="12979"/>
                </a:lnTo>
                <a:cubicBezTo>
                  <a:pt x="32148" y="12992"/>
                  <a:pt x="32147" y="13004"/>
                  <a:pt x="32144" y="13017"/>
                </a:cubicBezTo>
                <a:cubicBezTo>
                  <a:pt x="32142" y="13030"/>
                  <a:pt x="32138" y="13042"/>
                  <a:pt x="32133" y="13054"/>
                </a:cubicBezTo>
                <a:cubicBezTo>
                  <a:pt x="32128" y="13067"/>
                  <a:pt x="32122" y="13078"/>
                  <a:pt x="32115" y="13089"/>
                </a:cubicBezTo>
                <a:cubicBezTo>
                  <a:pt x="32108" y="13100"/>
                  <a:pt x="32099" y="13110"/>
                  <a:pt x="32090" y="13119"/>
                </a:cubicBezTo>
                <a:cubicBezTo>
                  <a:pt x="32081" y="13128"/>
                  <a:pt x="32071" y="13136"/>
                  <a:pt x="32060" y="13144"/>
                </a:cubicBezTo>
                <a:cubicBezTo>
                  <a:pt x="32049" y="13151"/>
                  <a:pt x="32038" y="13157"/>
                  <a:pt x="32026" y="13162"/>
                </a:cubicBezTo>
                <a:cubicBezTo>
                  <a:pt x="32014" y="13167"/>
                  <a:pt x="32001" y="13171"/>
                  <a:pt x="31989" y="13173"/>
                </a:cubicBezTo>
                <a:cubicBezTo>
                  <a:pt x="31976" y="13176"/>
                  <a:pt x="31963" y="13177"/>
                  <a:pt x="31950" y="13177"/>
                </a:cubicBezTo>
                <a:lnTo>
                  <a:pt x="199" y="13177"/>
                </a:lnTo>
                <a:cubicBezTo>
                  <a:pt x="186" y="13177"/>
                  <a:pt x="173" y="13176"/>
                  <a:pt x="160" y="13173"/>
                </a:cubicBezTo>
                <a:cubicBezTo>
                  <a:pt x="147" y="13171"/>
                  <a:pt x="135" y="13167"/>
                  <a:pt x="123" y="13162"/>
                </a:cubicBezTo>
                <a:cubicBezTo>
                  <a:pt x="111" y="13157"/>
                  <a:pt x="99" y="13151"/>
                  <a:pt x="89" y="13144"/>
                </a:cubicBezTo>
                <a:cubicBezTo>
                  <a:pt x="78" y="13136"/>
                  <a:pt x="68" y="13128"/>
                  <a:pt x="59" y="13119"/>
                </a:cubicBezTo>
                <a:cubicBezTo>
                  <a:pt x="49" y="13110"/>
                  <a:pt x="41" y="13100"/>
                  <a:pt x="34" y="13089"/>
                </a:cubicBezTo>
                <a:cubicBezTo>
                  <a:pt x="27" y="13078"/>
                  <a:pt x="20" y="13067"/>
                  <a:pt x="16" y="13054"/>
                </a:cubicBezTo>
                <a:cubicBezTo>
                  <a:pt x="11" y="13042"/>
                  <a:pt x="7" y="13030"/>
                  <a:pt x="4" y="13017"/>
                </a:cubicBezTo>
                <a:cubicBezTo>
                  <a:pt x="2" y="13004"/>
                  <a:pt x="0" y="12992"/>
                  <a:pt x="0" y="129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任意多边形: 形状 354"/>
          <p:cNvSpPr/>
          <p:nvPr/>
        </p:nvSpPr>
        <p:spPr>
          <a:xfrm>
            <a:off x="309240" y="1376280"/>
            <a:ext cx="11573280" cy="4743720"/>
          </a:xfrm>
          <a:custGeom>
            <a:avLst/>
            <a:gdLst/>
            <a:ahLst/>
            <a:cxnLst/>
            <a:rect l="0" t="0" r="r" b="b"/>
            <a:pathLst>
              <a:path w="32148" h="13177" fill="none">
                <a:moveTo>
                  <a:pt x="0" y="12979"/>
                </a:moveTo>
                <a:lnTo>
                  <a:pt x="0" y="198"/>
                </a:lnTo>
                <a:cubicBezTo>
                  <a:pt x="0" y="185"/>
                  <a:pt x="2" y="172"/>
                  <a:pt x="4" y="159"/>
                </a:cubicBezTo>
                <a:cubicBezTo>
                  <a:pt x="7" y="147"/>
                  <a:pt x="11" y="134"/>
                  <a:pt x="16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31950" y="0"/>
                </a:lnTo>
                <a:cubicBezTo>
                  <a:pt x="31963" y="0"/>
                  <a:pt x="31976" y="1"/>
                  <a:pt x="31989" y="4"/>
                </a:cubicBezTo>
                <a:cubicBezTo>
                  <a:pt x="32001" y="6"/>
                  <a:pt x="32014" y="10"/>
                  <a:pt x="32026" y="15"/>
                </a:cubicBezTo>
                <a:cubicBezTo>
                  <a:pt x="32038" y="20"/>
                  <a:pt x="32049" y="26"/>
                  <a:pt x="32060" y="33"/>
                </a:cubicBezTo>
                <a:cubicBezTo>
                  <a:pt x="32071" y="40"/>
                  <a:pt x="32081" y="49"/>
                  <a:pt x="32090" y="58"/>
                </a:cubicBezTo>
                <a:cubicBezTo>
                  <a:pt x="32099" y="67"/>
                  <a:pt x="32108" y="77"/>
                  <a:pt x="32115" y="88"/>
                </a:cubicBezTo>
                <a:cubicBezTo>
                  <a:pt x="32122" y="99"/>
                  <a:pt x="32128" y="110"/>
                  <a:pt x="32133" y="122"/>
                </a:cubicBezTo>
                <a:cubicBezTo>
                  <a:pt x="32138" y="134"/>
                  <a:pt x="32142" y="147"/>
                  <a:pt x="32144" y="159"/>
                </a:cubicBezTo>
                <a:cubicBezTo>
                  <a:pt x="32147" y="172"/>
                  <a:pt x="32148" y="185"/>
                  <a:pt x="32148" y="198"/>
                </a:cubicBezTo>
                <a:lnTo>
                  <a:pt x="32148" y="12979"/>
                </a:lnTo>
                <a:cubicBezTo>
                  <a:pt x="32148" y="12992"/>
                  <a:pt x="32147" y="13004"/>
                  <a:pt x="32144" y="13017"/>
                </a:cubicBezTo>
                <a:cubicBezTo>
                  <a:pt x="32142" y="13030"/>
                  <a:pt x="32138" y="13042"/>
                  <a:pt x="32133" y="13054"/>
                </a:cubicBezTo>
                <a:cubicBezTo>
                  <a:pt x="32128" y="13067"/>
                  <a:pt x="32122" y="13078"/>
                  <a:pt x="32115" y="13089"/>
                </a:cubicBezTo>
                <a:cubicBezTo>
                  <a:pt x="32108" y="13100"/>
                  <a:pt x="32099" y="13110"/>
                  <a:pt x="32090" y="13119"/>
                </a:cubicBezTo>
                <a:cubicBezTo>
                  <a:pt x="32081" y="13128"/>
                  <a:pt x="32071" y="13136"/>
                  <a:pt x="32060" y="13144"/>
                </a:cubicBezTo>
                <a:cubicBezTo>
                  <a:pt x="32049" y="13151"/>
                  <a:pt x="32038" y="13157"/>
                  <a:pt x="32026" y="13162"/>
                </a:cubicBezTo>
                <a:cubicBezTo>
                  <a:pt x="32014" y="13167"/>
                  <a:pt x="32001" y="13171"/>
                  <a:pt x="31989" y="13173"/>
                </a:cubicBezTo>
                <a:cubicBezTo>
                  <a:pt x="31976" y="13176"/>
                  <a:pt x="31963" y="13177"/>
                  <a:pt x="31950" y="13177"/>
                </a:cubicBezTo>
                <a:lnTo>
                  <a:pt x="199" y="13177"/>
                </a:lnTo>
                <a:cubicBezTo>
                  <a:pt x="186" y="13177"/>
                  <a:pt x="173" y="13176"/>
                  <a:pt x="160" y="13173"/>
                </a:cubicBezTo>
                <a:cubicBezTo>
                  <a:pt x="147" y="13171"/>
                  <a:pt x="135" y="13167"/>
                  <a:pt x="123" y="13162"/>
                </a:cubicBezTo>
                <a:cubicBezTo>
                  <a:pt x="111" y="13157"/>
                  <a:pt x="99" y="13151"/>
                  <a:pt x="89" y="13144"/>
                </a:cubicBezTo>
                <a:cubicBezTo>
                  <a:pt x="78" y="13136"/>
                  <a:pt x="68" y="13128"/>
                  <a:pt x="59" y="13119"/>
                </a:cubicBezTo>
                <a:cubicBezTo>
                  <a:pt x="49" y="13110"/>
                  <a:pt x="41" y="13100"/>
                  <a:pt x="34" y="13089"/>
                </a:cubicBezTo>
                <a:cubicBezTo>
                  <a:pt x="27" y="13078"/>
                  <a:pt x="20" y="13067"/>
                  <a:pt x="16" y="13054"/>
                </a:cubicBezTo>
                <a:cubicBezTo>
                  <a:pt x="11" y="13042"/>
                  <a:pt x="7" y="13030"/>
                  <a:pt x="4" y="13017"/>
                </a:cubicBezTo>
                <a:cubicBezTo>
                  <a:pt x="2" y="13004"/>
                  <a:pt x="0" y="12992"/>
                  <a:pt x="0" y="12979"/>
                </a:cubicBezTo>
              </a:path>
            </a:pathLst>
          </a:custGeom>
          <a:ln w="9360">
            <a:solidFill>
              <a:srgbClr val="DEE2E6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6" name="图片 355"/>
          <p:cNvPicPr/>
          <p:nvPr/>
        </p:nvPicPr>
        <p:blipFill>
          <a:blip r:embed="rId4"/>
          <a:stretch/>
        </p:blipFill>
        <p:spPr>
          <a:xfrm>
            <a:off x="542880" y="1609560"/>
            <a:ext cx="11105640" cy="427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7" name="文本框 356"/>
          <p:cNvSpPr txBox="1"/>
          <p:nvPr/>
        </p:nvSpPr>
        <p:spPr>
          <a:xfrm>
            <a:off x="304920" y="370440"/>
            <a:ext cx="322707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000" b="1" i="0" u="none" strike="noStrike">
                <a:solidFill>
                  <a:srgbClr val="0A3D62"/>
                </a:solidFill>
                <a:effectLst/>
                <a:uFillTx/>
                <a:latin typeface="Inter, sans-serif"/>
                <a:ea typeface="Inter, sans-serif"/>
              </a:rPr>
              <a:t>工作安排及进度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文本框 357"/>
          <p:cNvSpPr txBox="1"/>
          <p:nvPr/>
        </p:nvSpPr>
        <p:spPr>
          <a:xfrm>
            <a:off x="304920" y="6372360"/>
            <a:ext cx="716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C757D"/>
                </a:solidFill>
                <a:effectLst/>
                <a:uFillTx/>
                <a:latin typeface="NotoSansCJKsc"/>
                <a:ea typeface="NotoSansCJKsc"/>
              </a:rPr>
              <a:t>数据统计截⽌⽇期：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文本框 358"/>
          <p:cNvSpPr txBox="1"/>
          <p:nvPr/>
        </p:nvSpPr>
        <p:spPr>
          <a:xfrm>
            <a:off x="1504800" y="6375240"/>
            <a:ext cx="295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C757D"/>
                </a:solidFill>
                <a:effectLst/>
                <a:uFillTx/>
                <a:latin typeface="Arial"/>
                <a:ea typeface="Arial"/>
              </a:rPr>
              <a:t>2025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文本框 359"/>
          <p:cNvSpPr txBox="1"/>
          <p:nvPr/>
        </p:nvSpPr>
        <p:spPr>
          <a:xfrm>
            <a:off x="1801440" y="637236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C757D"/>
                </a:solidFill>
                <a:effectLst/>
                <a:uFillTx/>
                <a:latin typeface="NotoSansCJKsc"/>
                <a:ea typeface="NotoSansCJKsc"/>
              </a:rPr>
              <a:t>年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文本框 360"/>
          <p:cNvSpPr txBox="1"/>
          <p:nvPr/>
        </p:nvSpPr>
        <p:spPr>
          <a:xfrm>
            <a:off x="1935000" y="637524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C757D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文本框 361"/>
          <p:cNvSpPr txBox="1"/>
          <p:nvPr/>
        </p:nvSpPr>
        <p:spPr>
          <a:xfrm>
            <a:off x="2083320" y="637236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C757D"/>
                </a:solidFill>
                <a:effectLst/>
                <a:uFillTx/>
                <a:latin typeface="NotoSansCJKsc"/>
                <a:ea typeface="NotoSansCJKsc"/>
              </a:rPr>
              <a:t>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任意多边形: 形状 3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6" name="图片 365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7" name="图片 366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8" name="图片 367"/>
          <p:cNvPicPr/>
          <p:nvPr/>
        </p:nvPicPr>
        <p:blipFill>
          <a:blip r:embed="rId4"/>
          <a:stretch/>
        </p:blipFill>
        <p:spPr>
          <a:xfrm>
            <a:off x="10477440" y="5381640"/>
            <a:ext cx="1904760" cy="14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任意多边形: 形状 368"/>
          <p:cNvSpPr/>
          <p:nvPr/>
        </p:nvSpPr>
        <p:spPr>
          <a:xfrm>
            <a:off x="5714640" y="2971440"/>
            <a:ext cx="762480" cy="38520"/>
          </a:xfrm>
          <a:custGeom>
            <a:avLst/>
            <a:gdLst/>
            <a:ahLst/>
            <a:cxnLst/>
            <a:rect l="0" t="0" r="r" b="b"/>
            <a:pathLst>
              <a:path w="2118" h="107">
                <a:moveTo>
                  <a:pt x="0" y="53"/>
                </a:moveTo>
                <a:cubicBezTo>
                  <a:pt x="0" y="46"/>
                  <a:pt x="2" y="40"/>
                  <a:pt x="5" y="33"/>
                </a:cubicBezTo>
                <a:cubicBezTo>
                  <a:pt x="7" y="27"/>
                  <a:pt x="11" y="21"/>
                  <a:pt x="16" y="16"/>
                </a:cubicBezTo>
                <a:cubicBezTo>
                  <a:pt x="21" y="11"/>
                  <a:pt x="27" y="7"/>
                  <a:pt x="33" y="5"/>
                </a:cubicBezTo>
                <a:cubicBezTo>
                  <a:pt x="40" y="2"/>
                  <a:pt x="46" y="0"/>
                  <a:pt x="53" y="0"/>
                </a:cubicBezTo>
                <a:lnTo>
                  <a:pt x="2064" y="0"/>
                </a:lnTo>
                <a:cubicBezTo>
                  <a:pt x="2071" y="0"/>
                  <a:pt x="2078" y="2"/>
                  <a:pt x="2084" y="5"/>
                </a:cubicBezTo>
                <a:cubicBezTo>
                  <a:pt x="2091" y="7"/>
                  <a:pt x="2097" y="11"/>
                  <a:pt x="2102" y="16"/>
                </a:cubicBezTo>
                <a:cubicBezTo>
                  <a:pt x="2107" y="21"/>
                  <a:pt x="2110" y="27"/>
                  <a:pt x="2114" y="33"/>
                </a:cubicBezTo>
                <a:cubicBezTo>
                  <a:pt x="2117" y="40"/>
                  <a:pt x="2118" y="46"/>
                  <a:pt x="2118" y="53"/>
                </a:cubicBezTo>
                <a:cubicBezTo>
                  <a:pt x="2118" y="60"/>
                  <a:pt x="2117" y="67"/>
                  <a:pt x="2114" y="74"/>
                </a:cubicBezTo>
                <a:cubicBezTo>
                  <a:pt x="2110" y="80"/>
                  <a:pt x="2107" y="86"/>
                  <a:pt x="2102" y="91"/>
                </a:cubicBezTo>
                <a:cubicBezTo>
                  <a:pt x="2097" y="97"/>
                  <a:pt x="2091" y="101"/>
                  <a:pt x="2084" y="103"/>
                </a:cubicBezTo>
                <a:cubicBezTo>
                  <a:pt x="2078" y="106"/>
                  <a:pt x="2071" y="107"/>
                  <a:pt x="2064" y="107"/>
                </a:cubicBezTo>
                <a:lnTo>
                  <a:pt x="53" y="107"/>
                </a:lnTo>
                <a:cubicBezTo>
                  <a:pt x="46" y="107"/>
                  <a:pt x="40" y="106"/>
                  <a:pt x="33" y="103"/>
                </a:cubicBezTo>
                <a:cubicBezTo>
                  <a:pt x="27" y="101"/>
                  <a:pt x="21" y="97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7"/>
                  <a:pt x="0" y="60"/>
                  <a:pt x="0" y="53"/>
                </a:cubicBezTo>
                <a:close/>
              </a:path>
            </a:pathLst>
          </a:custGeom>
          <a:solidFill>
            <a:srgbClr val="3C6E7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文本框 369"/>
          <p:cNvSpPr txBox="1"/>
          <p:nvPr/>
        </p:nvSpPr>
        <p:spPr>
          <a:xfrm>
            <a:off x="5562720" y="2067120"/>
            <a:ext cx="1077218" cy="6463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4200" b="1" dirty="0">
                <a:solidFill>
                  <a:srgbClr val="FFFFFF"/>
                </a:solidFill>
                <a:latin typeface="Inter, sans-serif"/>
                <a:ea typeface="Inter, sans-serif"/>
              </a:rPr>
              <a:t>谢</a:t>
            </a:r>
            <a:r>
              <a:rPr lang="zh-CN" sz="4200" b="1" i="0" u="none" strike="noStrike" dirty="0">
                <a:solidFill>
                  <a:srgbClr val="FFFFFF"/>
                </a:solidFill>
                <a:effectLst/>
                <a:uFillTx/>
                <a:latin typeface="Inter, sans-serif"/>
                <a:ea typeface="Inter, sans-serif"/>
              </a:rPr>
              <a:t>谢</a:t>
            </a:r>
            <a:endParaRPr lang="en-US" sz="4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857</Words>
  <Application>Microsoft Office PowerPoint</Application>
  <PresentationFormat>宽屏</PresentationFormat>
  <Paragraphs>226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Wingdings</vt:lpstr>
      <vt:lpstr>Arial</vt:lpstr>
      <vt:lpstr>Symbol</vt:lpstr>
      <vt:lpstr>Inter, sans-serif</vt:lpstr>
      <vt:lpstr>Times New Roman</vt:lpstr>
      <vt:lpstr>NotoSansCJKsc</vt:lpstr>
      <vt:lpstr>Noto Sans SC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SuperLi ovo</cp:lastModifiedBy>
  <cp:revision>1</cp:revision>
  <dcterms:modified xsi:type="dcterms:W3CDTF">2025-11-25T08:08:08Z</dcterms:modified>
  <dc:language>en-US</dc:language>
</cp:coreProperties>
</file>